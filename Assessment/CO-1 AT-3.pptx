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3" r:id="rId10"/>
    <p:sldId id="264" r:id="rId11"/>
    <p:sldId id="265" r:id="rId12"/>
    <p:sldId id="267" r:id="rId13"/>
    <p:sldId id="266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61A189-3C8F-4002-A3C0-98C66BF4EE1D}" type="doc">
      <dgm:prSet loTypeId="urn:microsoft.com/office/officeart/2011/layout/Circle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B77D788A-422C-4410-9032-07C6F4483817}">
      <dgm:prSet phldrT="[Text]"/>
      <dgm:spPr/>
      <dgm:t>
        <a:bodyPr/>
        <a:lstStyle/>
        <a:p>
          <a:pPr>
            <a:buNone/>
          </a:pPr>
          <a:r>
            <a:rPr lang="en-IN" dirty="0"/>
            <a:t>Operational Databases </a:t>
          </a:r>
        </a:p>
      </dgm:t>
    </dgm:pt>
    <dgm:pt modelId="{4B40B009-AF6E-4899-8CDB-B8DC26AAA05E}" type="parTrans" cxnId="{7A45F1C9-3206-44A6-A782-5A499380419E}">
      <dgm:prSet/>
      <dgm:spPr/>
      <dgm:t>
        <a:bodyPr/>
        <a:lstStyle/>
        <a:p>
          <a:endParaRPr lang="en-IN"/>
        </a:p>
      </dgm:t>
    </dgm:pt>
    <dgm:pt modelId="{E6889680-C974-4784-8FDA-6EA24B4D772D}" type="sibTrans" cxnId="{7A45F1C9-3206-44A6-A782-5A499380419E}">
      <dgm:prSet/>
      <dgm:spPr/>
      <dgm:t>
        <a:bodyPr/>
        <a:lstStyle/>
        <a:p>
          <a:endParaRPr lang="en-IN"/>
        </a:p>
      </dgm:t>
    </dgm:pt>
    <dgm:pt modelId="{6BE08825-1508-4CCE-A954-36FD5C8B4A27}">
      <dgm:prSet phldrT="[Text]" custT="1"/>
      <dgm:spPr/>
      <dgm:t>
        <a:bodyPr/>
        <a:lstStyle/>
        <a:p>
          <a:pPr>
            <a:buNone/>
          </a:pPr>
          <a:r>
            <a:rPr lang="en-IN" sz="1800" dirty="0"/>
            <a:t>ETL Process (Extract, Transform, Load)</a:t>
          </a:r>
        </a:p>
      </dgm:t>
    </dgm:pt>
    <dgm:pt modelId="{013A0625-1D96-41A7-BDEE-30FF0FCA873A}" type="parTrans" cxnId="{C1D925A5-F613-469A-89EF-8F5F84AA7399}">
      <dgm:prSet/>
      <dgm:spPr/>
      <dgm:t>
        <a:bodyPr/>
        <a:lstStyle/>
        <a:p>
          <a:endParaRPr lang="en-IN"/>
        </a:p>
      </dgm:t>
    </dgm:pt>
    <dgm:pt modelId="{A69761A5-CA39-4D79-8A3D-479131499C11}" type="sibTrans" cxnId="{C1D925A5-F613-469A-89EF-8F5F84AA7399}">
      <dgm:prSet/>
      <dgm:spPr/>
      <dgm:t>
        <a:bodyPr/>
        <a:lstStyle/>
        <a:p>
          <a:endParaRPr lang="en-IN"/>
        </a:p>
      </dgm:t>
    </dgm:pt>
    <dgm:pt modelId="{5D5E9CFF-9B1E-47BD-9AEF-F9B873290169}">
      <dgm:prSet phldrT="[Text]"/>
      <dgm:spPr/>
      <dgm:t>
        <a:bodyPr/>
        <a:lstStyle/>
        <a:p>
          <a:pPr>
            <a:buNone/>
          </a:pPr>
          <a:r>
            <a:rPr lang="en-IN" dirty="0"/>
            <a:t>Data Warehouse </a:t>
          </a:r>
        </a:p>
      </dgm:t>
    </dgm:pt>
    <dgm:pt modelId="{928354B2-B53B-46FA-8BCA-952FDCCEF1D7}" type="parTrans" cxnId="{2F9D2B64-2175-4AE1-AD16-E7580899DB77}">
      <dgm:prSet/>
      <dgm:spPr/>
      <dgm:t>
        <a:bodyPr/>
        <a:lstStyle/>
        <a:p>
          <a:endParaRPr lang="en-IN"/>
        </a:p>
      </dgm:t>
    </dgm:pt>
    <dgm:pt modelId="{C26D2E75-3E24-4336-A2DD-FF30A97CE156}" type="sibTrans" cxnId="{2F9D2B64-2175-4AE1-AD16-E7580899DB77}">
      <dgm:prSet/>
      <dgm:spPr/>
      <dgm:t>
        <a:bodyPr/>
        <a:lstStyle/>
        <a:p>
          <a:endParaRPr lang="en-IN"/>
        </a:p>
      </dgm:t>
    </dgm:pt>
    <dgm:pt modelId="{DD73C3E2-A9D3-46FA-B70E-E6C07D3005C1}">
      <dgm:prSet phldrT="[Text]"/>
      <dgm:spPr/>
      <dgm:t>
        <a:bodyPr/>
        <a:lstStyle/>
        <a:p>
          <a:pPr>
            <a:buNone/>
          </a:pPr>
          <a:r>
            <a:rPr lang="en-IN" dirty="0"/>
            <a:t>OLAP Server </a:t>
          </a:r>
        </a:p>
      </dgm:t>
    </dgm:pt>
    <dgm:pt modelId="{4E907329-EF09-4040-B550-A66EE150496C}" type="parTrans" cxnId="{D9EADC94-1FC9-471E-B919-722B0DBD005A}">
      <dgm:prSet/>
      <dgm:spPr/>
      <dgm:t>
        <a:bodyPr/>
        <a:lstStyle/>
        <a:p>
          <a:endParaRPr lang="en-IN"/>
        </a:p>
      </dgm:t>
    </dgm:pt>
    <dgm:pt modelId="{CCB3AE92-0F92-4161-A51A-16C3D78C9B8C}" type="sibTrans" cxnId="{D9EADC94-1FC9-471E-B919-722B0DBD005A}">
      <dgm:prSet/>
      <dgm:spPr/>
      <dgm:t>
        <a:bodyPr/>
        <a:lstStyle/>
        <a:p>
          <a:endParaRPr lang="en-IN"/>
        </a:p>
      </dgm:t>
    </dgm:pt>
    <dgm:pt modelId="{0E017474-C0C8-47AF-AEF3-504FF8E62FBA}">
      <dgm:prSet phldrT="[Text]"/>
      <dgm:spPr/>
      <dgm:t>
        <a:bodyPr/>
        <a:lstStyle/>
        <a:p>
          <a:pPr>
            <a:buNone/>
          </a:pPr>
          <a:r>
            <a:rPr lang="en-IN" dirty="0"/>
            <a:t>Business Users</a:t>
          </a:r>
        </a:p>
      </dgm:t>
    </dgm:pt>
    <dgm:pt modelId="{96705DAB-2884-4A22-ABD5-3E954F57E8D5}" type="parTrans" cxnId="{6538CA05-5ED0-47EA-B2F1-D8429CC4C1A3}">
      <dgm:prSet/>
      <dgm:spPr/>
      <dgm:t>
        <a:bodyPr/>
        <a:lstStyle/>
        <a:p>
          <a:endParaRPr lang="en-IN"/>
        </a:p>
      </dgm:t>
    </dgm:pt>
    <dgm:pt modelId="{55E5A5F1-F3E6-4F14-BDE3-88261DAF369C}" type="sibTrans" cxnId="{6538CA05-5ED0-47EA-B2F1-D8429CC4C1A3}">
      <dgm:prSet/>
      <dgm:spPr/>
      <dgm:t>
        <a:bodyPr/>
        <a:lstStyle/>
        <a:p>
          <a:endParaRPr lang="en-IN"/>
        </a:p>
      </dgm:t>
    </dgm:pt>
    <dgm:pt modelId="{EFA33068-BC91-4FEB-9F0B-1FD18C68A3C3}" type="pres">
      <dgm:prSet presAssocID="{1B61A189-3C8F-4002-A3C0-98C66BF4EE1D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BEB3FE3E-83E1-4CF7-8C7B-464141BD81C2}" type="pres">
      <dgm:prSet presAssocID="{0E017474-C0C8-47AF-AEF3-504FF8E62FBA}" presName="Accent5" presStyleCnt="0"/>
      <dgm:spPr/>
    </dgm:pt>
    <dgm:pt modelId="{82E04AF3-856B-49B8-95B5-7697B572D8C3}" type="pres">
      <dgm:prSet presAssocID="{0E017474-C0C8-47AF-AEF3-504FF8E62FBA}" presName="Accent" presStyleLbl="node1" presStyleIdx="0" presStyleCnt="5"/>
      <dgm:spPr/>
    </dgm:pt>
    <dgm:pt modelId="{A9B8AB8D-5497-4AC8-B03F-57C1AC2131C7}" type="pres">
      <dgm:prSet presAssocID="{0E017474-C0C8-47AF-AEF3-504FF8E62FBA}" presName="ParentBackground5" presStyleCnt="0"/>
      <dgm:spPr/>
    </dgm:pt>
    <dgm:pt modelId="{F800D16F-544C-4387-8796-438B0E0FC7A1}" type="pres">
      <dgm:prSet presAssocID="{0E017474-C0C8-47AF-AEF3-504FF8E62FBA}" presName="ParentBackground" presStyleLbl="fgAcc1" presStyleIdx="0" presStyleCnt="5"/>
      <dgm:spPr/>
    </dgm:pt>
    <dgm:pt modelId="{8345B6F7-2037-44D8-A2F9-29741A3FFA9C}" type="pres">
      <dgm:prSet presAssocID="{0E017474-C0C8-47AF-AEF3-504FF8E62FBA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3F5D8F8F-6EA3-43F3-9696-71B96B49A374}" type="pres">
      <dgm:prSet presAssocID="{DD73C3E2-A9D3-46FA-B70E-E6C07D3005C1}" presName="Accent4" presStyleCnt="0"/>
      <dgm:spPr/>
    </dgm:pt>
    <dgm:pt modelId="{A7D80D22-C6A3-4B9A-A787-B59B097D3C15}" type="pres">
      <dgm:prSet presAssocID="{DD73C3E2-A9D3-46FA-B70E-E6C07D3005C1}" presName="Accent" presStyleLbl="node1" presStyleIdx="1" presStyleCnt="5"/>
      <dgm:spPr/>
    </dgm:pt>
    <dgm:pt modelId="{F0A00270-49FC-4B38-872E-5E5DB76AC03F}" type="pres">
      <dgm:prSet presAssocID="{DD73C3E2-A9D3-46FA-B70E-E6C07D3005C1}" presName="ParentBackground4" presStyleCnt="0"/>
      <dgm:spPr/>
    </dgm:pt>
    <dgm:pt modelId="{64295A50-E486-4F61-B122-B4B1D5DA3278}" type="pres">
      <dgm:prSet presAssocID="{DD73C3E2-A9D3-46FA-B70E-E6C07D3005C1}" presName="ParentBackground" presStyleLbl="fgAcc1" presStyleIdx="1" presStyleCnt="5"/>
      <dgm:spPr/>
    </dgm:pt>
    <dgm:pt modelId="{15FFD5F3-2484-4493-A68A-A877AD79B8F9}" type="pres">
      <dgm:prSet presAssocID="{DD73C3E2-A9D3-46FA-B70E-E6C07D3005C1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99BD8C33-B7CA-4A59-A601-3A724CB9F478}" type="pres">
      <dgm:prSet presAssocID="{5D5E9CFF-9B1E-47BD-9AEF-F9B873290169}" presName="Accent3" presStyleCnt="0"/>
      <dgm:spPr/>
    </dgm:pt>
    <dgm:pt modelId="{D4D17F88-1CD5-4357-8776-E8D1069644A9}" type="pres">
      <dgm:prSet presAssocID="{5D5E9CFF-9B1E-47BD-9AEF-F9B873290169}" presName="Accent" presStyleLbl="node1" presStyleIdx="2" presStyleCnt="5"/>
      <dgm:spPr/>
    </dgm:pt>
    <dgm:pt modelId="{74D5D4C2-1C67-4546-ADCC-09E28E05E2C6}" type="pres">
      <dgm:prSet presAssocID="{5D5E9CFF-9B1E-47BD-9AEF-F9B873290169}" presName="ParentBackground3" presStyleCnt="0"/>
      <dgm:spPr/>
    </dgm:pt>
    <dgm:pt modelId="{ABF79C3A-9460-45AD-93F6-9E6B15C441B4}" type="pres">
      <dgm:prSet presAssocID="{5D5E9CFF-9B1E-47BD-9AEF-F9B873290169}" presName="ParentBackground" presStyleLbl="fgAcc1" presStyleIdx="2" presStyleCnt="5"/>
      <dgm:spPr/>
    </dgm:pt>
    <dgm:pt modelId="{F57E3418-77E7-4320-87BB-D405A0327C99}" type="pres">
      <dgm:prSet presAssocID="{5D5E9CFF-9B1E-47BD-9AEF-F9B873290169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147B5B46-F90F-469B-BD16-B691580F97A7}" type="pres">
      <dgm:prSet presAssocID="{6BE08825-1508-4CCE-A954-36FD5C8B4A27}" presName="Accent2" presStyleCnt="0"/>
      <dgm:spPr/>
    </dgm:pt>
    <dgm:pt modelId="{66B9E5B0-4820-4B7A-96FB-B7823397680A}" type="pres">
      <dgm:prSet presAssocID="{6BE08825-1508-4CCE-A954-36FD5C8B4A27}" presName="Accent" presStyleLbl="node1" presStyleIdx="3" presStyleCnt="5"/>
      <dgm:spPr/>
    </dgm:pt>
    <dgm:pt modelId="{954136D4-B7DF-4046-A611-DECBDCAFA729}" type="pres">
      <dgm:prSet presAssocID="{6BE08825-1508-4CCE-A954-36FD5C8B4A27}" presName="ParentBackground2" presStyleCnt="0"/>
      <dgm:spPr/>
    </dgm:pt>
    <dgm:pt modelId="{EB6C4D93-A04B-4B62-A9A0-E50265858CE2}" type="pres">
      <dgm:prSet presAssocID="{6BE08825-1508-4CCE-A954-36FD5C8B4A27}" presName="ParentBackground" presStyleLbl="fgAcc1" presStyleIdx="3" presStyleCnt="5"/>
      <dgm:spPr/>
    </dgm:pt>
    <dgm:pt modelId="{877BD1F1-F9F9-42AE-8A80-1862F3C71F89}" type="pres">
      <dgm:prSet presAssocID="{6BE08825-1508-4CCE-A954-36FD5C8B4A27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6D829BA4-3C32-4612-80CE-384E61FC086A}" type="pres">
      <dgm:prSet presAssocID="{B77D788A-422C-4410-9032-07C6F4483817}" presName="Accent1" presStyleCnt="0"/>
      <dgm:spPr/>
    </dgm:pt>
    <dgm:pt modelId="{2172A10B-F9A5-4612-9B82-FA9604EBB4D6}" type="pres">
      <dgm:prSet presAssocID="{B77D788A-422C-4410-9032-07C6F4483817}" presName="Accent" presStyleLbl="node1" presStyleIdx="4" presStyleCnt="5"/>
      <dgm:spPr/>
    </dgm:pt>
    <dgm:pt modelId="{CCF6EB92-51CD-4B42-B15C-E1047BC09A56}" type="pres">
      <dgm:prSet presAssocID="{B77D788A-422C-4410-9032-07C6F4483817}" presName="ParentBackground1" presStyleCnt="0"/>
      <dgm:spPr/>
    </dgm:pt>
    <dgm:pt modelId="{73A3F303-0AB1-44B4-AE2E-EB890331667C}" type="pres">
      <dgm:prSet presAssocID="{B77D788A-422C-4410-9032-07C6F4483817}" presName="ParentBackground" presStyleLbl="fgAcc1" presStyleIdx="4" presStyleCnt="5"/>
      <dgm:spPr/>
    </dgm:pt>
    <dgm:pt modelId="{340813EC-93F2-4589-A671-BA99368B3301}" type="pres">
      <dgm:prSet presAssocID="{B77D788A-422C-4410-9032-07C6F4483817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6538CA05-5ED0-47EA-B2F1-D8429CC4C1A3}" srcId="{1B61A189-3C8F-4002-A3C0-98C66BF4EE1D}" destId="{0E017474-C0C8-47AF-AEF3-504FF8E62FBA}" srcOrd="4" destOrd="0" parTransId="{96705DAB-2884-4A22-ABD5-3E954F57E8D5}" sibTransId="{55E5A5F1-F3E6-4F14-BDE3-88261DAF369C}"/>
    <dgm:cxn modelId="{89646C24-FE88-4243-AF23-47E2BAED76EF}" type="presOf" srcId="{6BE08825-1508-4CCE-A954-36FD5C8B4A27}" destId="{EB6C4D93-A04B-4B62-A9A0-E50265858CE2}" srcOrd="0" destOrd="0" presId="urn:microsoft.com/office/officeart/2011/layout/CircleProcess"/>
    <dgm:cxn modelId="{8CCE9334-5211-4956-BB64-49DCB7EBC663}" type="presOf" srcId="{DD73C3E2-A9D3-46FA-B70E-E6C07D3005C1}" destId="{15FFD5F3-2484-4493-A68A-A877AD79B8F9}" srcOrd="1" destOrd="0" presId="urn:microsoft.com/office/officeart/2011/layout/CircleProcess"/>
    <dgm:cxn modelId="{46326D35-A0C5-42AC-B6DC-673B18AF9492}" type="presOf" srcId="{0E017474-C0C8-47AF-AEF3-504FF8E62FBA}" destId="{8345B6F7-2037-44D8-A2F9-29741A3FFA9C}" srcOrd="1" destOrd="0" presId="urn:microsoft.com/office/officeart/2011/layout/CircleProcess"/>
    <dgm:cxn modelId="{2F9D2B64-2175-4AE1-AD16-E7580899DB77}" srcId="{1B61A189-3C8F-4002-A3C0-98C66BF4EE1D}" destId="{5D5E9CFF-9B1E-47BD-9AEF-F9B873290169}" srcOrd="2" destOrd="0" parTransId="{928354B2-B53B-46FA-8BCA-952FDCCEF1D7}" sibTransId="{C26D2E75-3E24-4336-A2DD-FF30A97CE156}"/>
    <dgm:cxn modelId="{349C8C67-4CB8-4991-A965-5FAEBD24633B}" type="presOf" srcId="{0E017474-C0C8-47AF-AEF3-504FF8E62FBA}" destId="{F800D16F-544C-4387-8796-438B0E0FC7A1}" srcOrd="0" destOrd="0" presId="urn:microsoft.com/office/officeart/2011/layout/CircleProcess"/>
    <dgm:cxn modelId="{253B257B-3D19-4070-815D-853719656869}" type="presOf" srcId="{DD73C3E2-A9D3-46FA-B70E-E6C07D3005C1}" destId="{64295A50-E486-4F61-B122-B4B1D5DA3278}" srcOrd="0" destOrd="0" presId="urn:microsoft.com/office/officeart/2011/layout/CircleProcess"/>
    <dgm:cxn modelId="{78585280-099B-4985-8171-857F2CF349D3}" type="presOf" srcId="{1B61A189-3C8F-4002-A3C0-98C66BF4EE1D}" destId="{EFA33068-BC91-4FEB-9F0B-1FD18C68A3C3}" srcOrd="0" destOrd="0" presId="urn:microsoft.com/office/officeart/2011/layout/CircleProcess"/>
    <dgm:cxn modelId="{AF4BA593-C9E0-4107-8C64-FE2616A31780}" type="presOf" srcId="{6BE08825-1508-4CCE-A954-36FD5C8B4A27}" destId="{877BD1F1-F9F9-42AE-8A80-1862F3C71F89}" srcOrd="1" destOrd="0" presId="urn:microsoft.com/office/officeart/2011/layout/CircleProcess"/>
    <dgm:cxn modelId="{D9EADC94-1FC9-471E-B919-722B0DBD005A}" srcId="{1B61A189-3C8F-4002-A3C0-98C66BF4EE1D}" destId="{DD73C3E2-A9D3-46FA-B70E-E6C07D3005C1}" srcOrd="3" destOrd="0" parTransId="{4E907329-EF09-4040-B550-A66EE150496C}" sibTransId="{CCB3AE92-0F92-4161-A51A-16C3D78C9B8C}"/>
    <dgm:cxn modelId="{C1D925A5-F613-469A-89EF-8F5F84AA7399}" srcId="{1B61A189-3C8F-4002-A3C0-98C66BF4EE1D}" destId="{6BE08825-1508-4CCE-A954-36FD5C8B4A27}" srcOrd="1" destOrd="0" parTransId="{013A0625-1D96-41A7-BDEE-30FF0FCA873A}" sibTransId="{A69761A5-CA39-4D79-8A3D-479131499C11}"/>
    <dgm:cxn modelId="{378B7DBA-1FD6-4D04-B85A-A7DA6A35B8CD}" type="presOf" srcId="{5D5E9CFF-9B1E-47BD-9AEF-F9B873290169}" destId="{F57E3418-77E7-4320-87BB-D405A0327C99}" srcOrd="1" destOrd="0" presId="urn:microsoft.com/office/officeart/2011/layout/CircleProcess"/>
    <dgm:cxn modelId="{CEDD76BF-E2F4-4674-AE98-5BAEC576A0B3}" type="presOf" srcId="{B77D788A-422C-4410-9032-07C6F4483817}" destId="{73A3F303-0AB1-44B4-AE2E-EB890331667C}" srcOrd="0" destOrd="0" presId="urn:microsoft.com/office/officeart/2011/layout/CircleProcess"/>
    <dgm:cxn modelId="{7A45F1C9-3206-44A6-A782-5A499380419E}" srcId="{1B61A189-3C8F-4002-A3C0-98C66BF4EE1D}" destId="{B77D788A-422C-4410-9032-07C6F4483817}" srcOrd="0" destOrd="0" parTransId="{4B40B009-AF6E-4899-8CDB-B8DC26AAA05E}" sibTransId="{E6889680-C974-4784-8FDA-6EA24B4D772D}"/>
    <dgm:cxn modelId="{908AC1EB-1686-4E84-B38C-718B8D251768}" type="presOf" srcId="{B77D788A-422C-4410-9032-07C6F4483817}" destId="{340813EC-93F2-4589-A671-BA99368B3301}" srcOrd="1" destOrd="0" presId="urn:microsoft.com/office/officeart/2011/layout/CircleProcess"/>
    <dgm:cxn modelId="{F06A26FF-B949-4443-91E2-E956E5B2BBFB}" type="presOf" srcId="{5D5E9CFF-9B1E-47BD-9AEF-F9B873290169}" destId="{ABF79C3A-9460-45AD-93F6-9E6B15C441B4}" srcOrd="0" destOrd="0" presId="urn:microsoft.com/office/officeart/2011/layout/CircleProcess"/>
    <dgm:cxn modelId="{CD124317-CF56-471B-8CFE-B3B1CB8D704B}" type="presParOf" srcId="{EFA33068-BC91-4FEB-9F0B-1FD18C68A3C3}" destId="{BEB3FE3E-83E1-4CF7-8C7B-464141BD81C2}" srcOrd="0" destOrd="0" presId="urn:microsoft.com/office/officeart/2011/layout/CircleProcess"/>
    <dgm:cxn modelId="{F9B31F09-B2CE-432C-8FFC-03EEEE50DAAE}" type="presParOf" srcId="{BEB3FE3E-83E1-4CF7-8C7B-464141BD81C2}" destId="{82E04AF3-856B-49B8-95B5-7697B572D8C3}" srcOrd="0" destOrd="0" presId="urn:microsoft.com/office/officeart/2011/layout/CircleProcess"/>
    <dgm:cxn modelId="{9ADC8CD0-DD7F-4647-95FD-446941FAFE62}" type="presParOf" srcId="{EFA33068-BC91-4FEB-9F0B-1FD18C68A3C3}" destId="{A9B8AB8D-5497-4AC8-B03F-57C1AC2131C7}" srcOrd="1" destOrd="0" presId="urn:microsoft.com/office/officeart/2011/layout/CircleProcess"/>
    <dgm:cxn modelId="{828F9BB9-2D3B-4820-811B-88EBE4320799}" type="presParOf" srcId="{A9B8AB8D-5497-4AC8-B03F-57C1AC2131C7}" destId="{F800D16F-544C-4387-8796-438B0E0FC7A1}" srcOrd="0" destOrd="0" presId="urn:microsoft.com/office/officeart/2011/layout/CircleProcess"/>
    <dgm:cxn modelId="{9AE93467-82E1-4DB2-8FED-43A28E7EB195}" type="presParOf" srcId="{EFA33068-BC91-4FEB-9F0B-1FD18C68A3C3}" destId="{8345B6F7-2037-44D8-A2F9-29741A3FFA9C}" srcOrd="2" destOrd="0" presId="urn:microsoft.com/office/officeart/2011/layout/CircleProcess"/>
    <dgm:cxn modelId="{D9486423-E924-4039-84FB-72CCC34A721C}" type="presParOf" srcId="{EFA33068-BC91-4FEB-9F0B-1FD18C68A3C3}" destId="{3F5D8F8F-6EA3-43F3-9696-71B96B49A374}" srcOrd="3" destOrd="0" presId="urn:microsoft.com/office/officeart/2011/layout/CircleProcess"/>
    <dgm:cxn modelId="{5A085E83-7148-489A-93EB-497A1A7A1233}" type="presParOf" srcId="{3F5D8F8F-6EA3-43F3-9696-71B96B49A374}" destId="{A7D80D22-C6A3-4B9A-A787-B59B097D3C15}" srcOrd="0" destOrd="0" presId="urn:microsoft.com/office/officeart/2011/layout/CircleProcess"/>
    <dgm:cxn modelId="{CE3B435D-4762-46E6-AAB1-177D7F7C13C8}" type="presParOf" srcId="{EFA33068-BC91-4FEB-9F0B-1FD18C68A3C3}" destId="{F0A00270-49FC-4B38-872E-5E5DB76AC03F}" srcOrd="4" destOrd="0" presId="urn:microsoft.com/office/officeart/2011/layout/CircleProcess"/>
    <dgm:cxn modelId="{9B48F2AE-6C1D-40EB-BB8A-64786567126B}" type="presParOf" srcId="{F0A00270-49FC-4B38-872E-5E5DB76AC03F}" destId="{64295A50-E486-4F61-B122-B4B1D5DA3278}" srcOrd="0" destOrd="0" presId="urn:microsoft.com/office/officeart/2011/layout/CircleProcess"/>
    <dgm:cxn modelId="{B547575C-3EE0-400A-8EDD-3A80143AF309}" type="presParOf" srcId="{EFA33068-BC91-4FEB-9F0B-1FD18C68A3C3}" destId="{15FFD5F3-2484-4493-A68A-A877AD79B8F9}" srcOrd="5" destOrd="0" presId="urn:microsoft.com/office/officeart/2011/layout/CircleProcess"/>
    <dgm:cxn modelId="{56EE5240-5BC4-4693-8CF4-093B5653AD14}" type="presParOf" srcId="{EFA33068-BC91-4FEB-9F0B-1FD18C68A3C3}" destId="{99BD8C33-B7CA-4A59-A601-3A724CB9F478}" srcOrd="6" destOrd="0" presId="urn:microsoft.com/office/officeart/2011/layout/CircleProcess"/>
    <dgm:cxn modelId="{73698B7C-8DA5-4465-B133-DF77C95BC231}" type="presParOf" srcId="{99BD8C33-B7CA-4A59-A601-3A724CB9F478}" destId="{D4D17F88-1CD5-4357-8776-E8D1069644A9}" srcOrd="0" destOrd="0" presId="urn:microsoft.com/office/officeart/2011/layout/CircleProcess"/>
    <dgm:cxn modelId="{857AF6BF-2E20-48FE-B782-1741F23ADB01}" type="presParOf" srcId="{EFA33068-BC91-4FEB-9F0B-1FD18C68A3C3}" destId="{74D5D4C2-1C67-4546-ADCC-09E28E05E2C6}" srcOrd="7" destOrd="0" presId="urn:microsoft.com/office/officeart/2011/layout/CircleProcess"/>
    <dgm:cxn modelId="{5EBAC885-FA0A-4A10-B20C-28352D3B981B}" type="presParOf" srcId="{74D5D4C2-1C67-4546-ADCC-09E28E05E2C6}" destId="{ABF79C3A-9460-45AD-93F6-9E6B15C441B4}" srcOrd="0" destOrd="0" presId="urn:microsoft.com/office/officeart/2011/layout/CircleProcess"/>
    <dgm:cxn modelId="{F4745A0F-BC95-4B83-B621-E961264ABA80}" type="presParOf" srcId="{EFA33068-BC91-4FEB-9F0B-1FD18C68A3C3}" destId="{F57E3418-77E7-4320-87BB-D405A0327C99}" srcOrd="8" destOrd="0" presId="urn:microsoft.com/office/officeart/2011/layout/CircleProcess"/>
    <dgm:cxn modelId="{EFB46588-FC93-422C-A1D6-D4831204C3D1}" type="presParOf" srcId="{EFA33068-BC91-4FEB-9F0B-1FD18C68A3C3}" destId="{147B5B46-F90F-469B-BD16-B691580F97A7}" srcOrd="9" destOrd="0" presId="urn:microsoft.com/office/officeart/2011/layout/CircleProcess"/>
    <dgm:cxn modelId="{1925171E-6996-4F57-92FE-617652361C94}" type="presParOf" srcId="{147B5B46-F90F-469B-BD16-B691580F97A7}" destId="{66B9E5B0-4820-4B7A-96FB-B7823397680A}" srcOrd="0" destOrd="0" presId="urn:microsoft.com/office/officeart/2011/layout/CircleProcess"/>
    <dgm:cxn modelId="{C7222CC0-7D28-4AB9-AC81-3BADFA8AFC7A}" type="presParOf" srcId="{EFA33068-BC91-4FEB-9F0B-1FD18C68A3C3}" destId="{954136D4-B7DF-4046-A611-DECBDCAFA729}" srcOrd="10" destOrd="0" presId="urn:microsoft.com/office/officeart/2011/layout/CircleProcess"/>
    <dgm:cxn modelId="{46FD932A-6146-4802-B483-73A42016D884}" type="presParOf" srcId="{954136D4-B7DF-4046-A611-DECBDCAFA729}" destId="{EB6C4D93-A04B-4B62-A9A0-E50265858CE2}" srcOrd="0" destOrd="0" presId="urn:microsoft.com/office/officeart/2011/layout/CircleProcess"/>
    <dgm:cxn modelId="{A329E17C-49AD-4E41-8EDA-970C8B1FF392}" type="presParOf" srcId="{EFA33068-BC91-4FEB-9F0B-1FD18C68A3C3}" destId="{877BD1F1-F9F9-42AE-8A80-1862F3C71F89}" srcOrd="11" destOrd="0" presId="urn:microsoft.com/office/officeart/2011/layout/CircleProcess"/>
    <dgm:cxn modelId="{13F466A6-4C81-49E2-B3C9-864B3825ADC1}" type="presParOf" srcId="{EFA33068-BC91-4FEB-9F0B-1FD18C68A3C3}" destId="{6D829BA4-3C32-4612-80CE-384E61FC086A}" srcOrd="12" destOrd="0" presId="urn:microsoft.com/office/officeart/2011/layout/CircleProcess"/>
    <dgm:cxn modelId="{0D5C7D6B-680E-4575-B403-E73A8219FAAB}" type="presParOf" srcId="{6D829BA4-3C32-4612-80CE-384E61FC086A}" destId="{2172A10B-F9A5-4612-9B82-FA9604EBB4D6}" srcOrd="0" destOrd="0" presId="urn:microsoft.com/office/officeart/2011/layout/CircleProcess"/>
    <dgm:cxn modelId="{DBA59E1E-6E10-4D1E-997A-F1160904F0FD}" type="presParOf" srcId="{EFA33068-BC91-4FEB-9F0B-1FD18C68A3C3}" destId="{CCF6EB92-51CD-4B42-B15C-E1047BC09A56}" srcOrd="13" destOrd="0" presId="urn:microsoft.com/office/officeart/2011/layout/CircleProcess"/>
    <dgm:cxn modelId="{004D98FF-9A91-4B0D-AD0D-662EBCAFE51C}" type="presParOf" srcId="{CCF6EB92-51CD-4B42-B15C-E1047BC09A56}" destId="{73A3F303-0AB1-44B4-AE2E-EB890331667C}" srcOrd="0" destOrd="0" presId="urn:microsoft.com/office/officeart/2011/layout/CircleProcess"/>
    <dgm:cxn modelId="{A07E3726-D4BD-44B3-9C2D-AF7978EAABFB}" type="presParOf" srcId="{EFA33068-BC91-4FEB-9F0B-1FD18C68A3C3}" destId="{340813EC-93F2-4589-A671-BA99368B3301}" srcOrd="14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041B0F9-7F9A-403E-B979-1CF2FA940841}" type="doc">
      <dgm:prSet loTypeId="urn:microsoft.com/office/officeart/2005/8/layout/orgChart1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D737F3B7-1248-4870-A2C8-A1797F11283E}">
      <dgm:prSet phldrT="[Text]" phldr="0"/>
      <dgm:spPr/>
      <dgm:t>
        <a:bodyPr/>
        <a:lstStyle/>
        <a:p>
          <a:r>
            <a:rPr lang="en-US" dirty="0"/>
            <a:t>OLAP Operations</a:t>
          </a:r>
          <a:endParaRPr lang="en-IN" dirty="0"/>
        </a:p>
      </dgm:t>
    </dgm:pt>
    <dgm:pt modelId="{9CB808B0-3844-43F7-BF23-D9E3E97A6B21}" type="parTrans" cxnId="{E1D7B047-1FBE-4DFA-973D-8D6A5B126ED4}">
      <dgm:prSet/>
      <dgm:spPr/>
      <dgm:t>
        <a:bodyPr/>
        <a:lstStyle/>
        <a:p>
          <a:endParaRPr lang="en-IN"/>
        </a:p>
      </dgm:t>
    </dgm:pt>
    <dgm:pt modelId="{FD5B5879-FBFC-4143-B909-E6B82A254238}" type="sibTrans" cxnId="{E1D7B047-1FBE-4DFA-973D-8D6A5B126ED4}">
      <dgm:prSet/>
      <dgm:spPr/>
      <dgm:t>
        <a:bodyPr/>
        <a:lstStyle/>
        <a:p>
          <a:endParaRPr lang="en-IN"/>
        </a:p>
      </dgm:t>
    </dgm:pt>
    <dgm:pt modelId="{427DFE57-A27B-4983-B842-5B4130A1D946}">
      <dgm:prSet phldrT="[Text]" phldr="0"/>
      <dgm:spPr/>
      <dgm:t>
        <a:bodyPr/>
        <a:lstStyle/>
        <a:p>
          <a:r>
            <a:rPr lang="en-US" dirty="0"/>
            <a:t>Slice</a:t>
          </a:r>
          <a:endParaRPr lang="en-IN" dirty="0"/>
        </a:p>
      </dgm:t>
    </dgm:pt>
    <dgm:pt modelId="{EFDA5D0E-9424-4440-AB7C-0A478E3A3986}" type="parTrans" cxnId="{152BB574-7CEF-45A7-B946-5935277FD2BF}">
      <dgm:prSet/>
      <dgm:spPr/>
      <dgm:t>
        <a:bodyPr/>
        <a:lstStyle/>
        <a:p>
          <a:endParaRPr lang="en-IN"/>
        </a:p>
      </dgm:t>
    </dgm:pt>
    <dgm:pt modelId="{FBD1A257-EB97-426C-BAFE-5D940953B6F9}" type="sibTrans" cxnId="{152BB574-7CEF-45A7-B946-5935277FD2BF}">
      <dgm:prSet/>
      <dgm:spPr/>
      <dgm:t>
        <a:bodyPr/>
        <a:lstStyle/>
        <a:p>
          <a:endParaRPr lang="en-IN"/>
        </a:p>
      </dgm:t>
    </dgm:pt>
    <dgm:pt modelId="{7F3EDCFA-AD33-4D45-A05F-A3448B833E42}">
      <dgm:prSet phldrT="[Text]" phldr="0"/>
      <dgm:spPr/>
      <dgm:t>
        <a:bodyPr/>
        <a:lstStyle/>
        <a:p>
          <a:r>
            <a:rPr lang="en-US" dirty="0"/>
            <a:t>Dice</a:t>
          </a:r>
          <a:endParaRPr lang="en-IN" dirty="0"/>
        </a:p>
      </dgm:t>
    </dgm:pt>
    <dgm:pt modelId="{58AD127A-1E3E-45EA-B57F-A34F49B9FF10}" type="parTrans" cxnId="{5138E741-46D3-49BE-8CF2-9A43E5115ACE}">
      <dgm:prSet/>
      <dgm:spPr/>
      <dgm:t>
        <a:bodyPr/>
        <a:lstStyle/>
        <a:p>
          <a:endParaRPr lang="en-IN"/>
        </a:p>
      </dgm:t>
    </dgm:pt>
    <dgm:pt modelId="{CF7DC7D4-23E4-4B0C-8918-7A152B86C447}" type="sibTrans" cxnId="{5138E741-46D3-49BE-8CF2-9A43E5115ACE}">
      <dgm:prSet/>
      <dgm:spPr/>
      <dgm:t>
        <a:bodyPr/>
        <a:lstStyle/>
        <a:p>
          <a:endParaRPr lang="en-IN"/>
        </a:p>
      </dgm:t>
    </dgm:pt>
    <dgm:pt modelId="{CA5FAF9A-107D-4663-A9F0-14D97CF58A32}">
      <dgm:prSet phldrT="[Text]" phldr="0"/>
      <dgm:spPr/>
      <dgm:t>
        <a:bodyPr/>
        <a:lstStyle/>
        <a:p>
          <a:r>
            <a:rPr lang="en-US" dirty="0"/>
            <a:t>Roll-up</a:t>
          </a:r>
          <a:endParaRPr lang="en-IN" dirty="0"/>
        </a:p>
      </dgm:t>
    </dgm:pt>
    <dgm:pt modelId="{C9AA3588-4C26-4B25-A5F6-4DB2580BD37E}" type="parTrans" cxnId="{E7547F71-835C-45EB-9C39-F505FA268270}">
      <dgm:prSet/>
      <dgm:spPr/>
      <dgm:t>
        <a:bodyPr/>
        <a:lstStyle/>
        <a:p>
          <a:endParaRPr lang="en-IN"/>
        </a:p>
      </dgm:t>
    </dgm:pt>
    <dgm:pt modelId="{C8EC7245-6801-4A26-893E-F84CA92C4282}" type="sibTrans" cxnId="{E7547F71-835C-45EB-9C39-F505FA268270}">
      <dgm:prSet/>
      <dgm:spPr/>
      <dgm:t>
        <a:bodyPr/>
        <a:lstStyle/>
        <a:p>
          <a:endParaRPr lang="en-IN"/>
        </a:p>
      </dgm:t>
    </dgm:pt>
    <dgm:pt modelId="{A1DA842F-7BC7-4D88-BB17-0BB968C9042B}">
      <dgm:prSet phldrT="[Text]" phldr="0"/>
      <dgm:spPr/>
      <dgm:t>
        <a:bodyPr/>
        <a:lstStyle/>
        <a:p>
          <a:r>
            <a:rPr lang="en-US" dirty="0"/>
            <a:t>Drill-down</a:t>
          </a:r>
          <a:endParaRPr lang="en-IN" dirty="0"/>
        </a:p>
      </dgm:t>
    </dgm:pt>
    <dgm:pt modelId="{8B97EE0A-4C23-49A8-951A-AFDD572F32E9}" type="parTrans" cxnId="{DD11EE12-9DD5-450D-BE25-42911ED1398C}">
      <dgm:prSet/>
      <dgm:spPr/>
      <dgm:t>
        <a:bodyPr/>
        <a:lstStyle/>
        <a:p>
          <a:endParaRPr lang="en-IN"/>
        </a:p>
      </dgm:t>
    </dgm:pt>
    <dgm:pt modelId="{8BB958E2-3B9A-439B-BE70-0CD772712A91}" type="sibTrans" cxnId="{DD11EE12-9DD5-450D-BE25-42911ED1398C}">
      <dgm:prSet/>
      <dgm:spPr/>
      <dgm:t>
        <a:bodyPr/>
        <a:lstStyle/>
        <a:p>
          <a:endParaRPr lang="en-IN"/>
        </a:p>
      </dgm:t>
    </dgm:pt>
    <dgm:pt modelId="{A032AC13-9700-4BEB-BBB2-CF72D7B39982}" type="pres">
      <dgm:prSet presAssocID="{3041B0F9-7F9A-403E-B979-1CF2FA94084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1687EE1-872D-456B-B28B-CA09FD30C045}" type="pres">
      <dgm:prSet presAssocID="{D737F3B7-1248-4870-A2C8-A1797F11283E}" presName="hierRoot1" presStyleCnt="0">
        <dgm:presLayoutVars>
          <dgm:hierBranch val="init"/>
        </dgm:presLayoutVars>
      </dgm:prSet>
      <dgm:spPr/>
    </dgm:pt>
    <dgm:pt modelId="{EE2D61CE-FA27-4518-A556-A76529531A20}" type="pres">
      <dgm:prSet presAssocID="{D737F3B7-1248-4870-A2C8-A1797F11283E}" presName="rootComposite1" presStyleCnt="0"/>
      <dgm:spPr/>
    </dgm:pt>
    <dgm:pt modelId="{63B64335-D8D8-4B42-B163-A4E8CE50F9F0}" type="pres">
      <dgm:prSet presAssocID="{D737F3B7-1248-4870-A2C8-A1797F11283E}" presName="rootText1" presStyleLbl="node0" presStyleIdx="0" presStyleCnt="1">
        <dgm:presLayoutVars>
          <dgm:chPref val="3"/>
        </dgm:presLayoutVars>
      </dgm:prSet>
      <dgm:spPr/>
    </dgm:pt>
    <dgm:pt modelId="{5B2DE1E2-1EA3-4DE9-A064-FB6AC31E690C}" type="pres">
      <dgm:prSet presAssocID="{D737F3B7-1248-4870-A2C8-A1797F11283E}" presName="rootConnector1" presStyleLbl="node1" presStyleIdx="0" presStyleCnt="0"/>
      <dgm:spPr/>
    </dgm:pt>
    <dgm:pt modelId="{1E00DCBA-399F-4D60-B2C9-0B456BE65FD3}" type="pres">
      <dgm:prSet presAssocID="{D737F3B7-1248-4870-A2C8-A1797F11283E}" presName="hierChild2" presStyleCnt="0"/>
      <dgm:spPr/>
    </dgm:pt>
    <dgm:pt modelId="{EE6D4553-4B9F-49CF-A813-C56CE43FEA6C}" type="pres">
      <dgm:prSet presAssocID="{EFDA5D0E-9424-4440-AB7C-0A478E3A3986}" presName="Name37" presStyleLbl="parChTrans1D2" presStyleIdx="0" presStyleCnt="4"/>
      <dgm:spPr/>
    </dgm:pt>
    <dgm:pt modelId="{B49C3EAE-DDC9-451E-9733-522115E40D5A}" type="pres">
      <dgm:prSet presAssocID="{427DFE57-A27B-4983-B842-5B4130A1D946}" presName="hierRoot2" presStyleCnt="0">
        <dgm:presLayoutVars>
          <dgm:hierBranch val="init"/>
        </dgm:presLayoutVars>
      </dgm:prSet>
      <dgm:spPr/>
    </dgm:pt>
    <dgm:pt modelId="{68EEA7DE-FF68-49CE-A056-38F27FB7C247}" type="pres">
      <dgm:prSet presAssocID="{427DFE57-A27B-4983-B842-5B4130A1D946}" presName="rootComposite" presStyleCnt="0"/>
      <dgm:spPr/>
    </dgm:pt>
    <dgm:pt modelId="{77D85C8E-4EAB-4DC5-857C-D4E113ADB303}" type="pres">
      <dgm:prSet presAssocID="{427DFE57-A27B-4983-B842-5B4130A1D946}" presName="rootText" presStyleLbl="node2" presStyleIdx="0" presStyleCnt="4">
        <dgm:presLayoutVars>
          <dgm:chPref val="3"/>
        </dgm:presLayoutVars>
      </dgm:prSet>
      <dgm:spPr/>
    </dgm:pt>
    <dgm:pt modelId="{D4C47488-F435-4873-984C-CC31724CA347}" type="pres">
      <dgm:prSet presAssocID="{427DFE57-A27B-4983-B842-5B4130A1D946}" presName="rootConnector" presStyleLbl="node2" presStyleIdx="0" presStyleCnt="4"/>
      <dgm:spPr/>
    </dgm:pt>
    <dgm:pt modelId="{85A2D780-AF8B-40B4-BED1-7D7F85F99751}" type="pres">
      <dgm:prSet presAssocID="{427DFE57-A27B-4983-B842-5B4130A1D946}" presName="hierChild4" presStyleCnt="0"/>
      <dgm:spPr/>
    </dgm:pt>
    <dgm:pt modelId="{E403C3BB-2DAB-41A5-8535-09507214EE66}" type="pres">
      <dgm:prSet presAssocID="{427DFE57-A27B-4983-B842-5B4130A1D946}" presName="hierChild5" presStyleCnt="0"/>
      <dgm:spPr/>
    </dgm:pt>
    <dgm:pt modelId="{23D71DD2-FA53-468C-8927-AB3D9FD76609}" type="pres">
      <dgm:prSet presAssocID="{58AD127A-1E3E-45EA-B57F-A34F49B9FF10}" presName="Name37" presStyleLbl="parChTrans1D2" presStyleIdx="1" presStyleCnt="4"/>
      <dgm:spPr/>
    </dgm:pt>
    <dgm:pt modelId="{4BE30178-26E9-44F1-8646-49548317B6F5}" type="pres">
      <dgm:prSet presAssocID="{7F3EDCFA-AD33-4D45-A05F-A3448B833E42}" presName="hierRoot2" presStyleCnt="0">
        <dgm:presLayoutVars>
          <dgm:hierBranch val="init"/>
        </dgm:presLayoutVars>
      </dgm:prSet>
      <dgm:spPr/>
    </dgm:pt>
    <dgm:pt modelId="{D0012BC0-3842-4F69-9A19-5CF764D42BA1}" type="pres">
      <dgm:prSet presAssocID="{7F3EDCFA-AD33-4D45-A05F-A3448B833E42}" presName="rootComposite" presStyleCnt="0"/>
      <dgm:spPr/>
    </dgm:pt>
    <dgm:pt modelId="{CB863789-C5B1-47DE-9D1A-86D21FEE2008}" type="pres">
      <dgm:prSet presAssocID="{7F3EDCFA-AD33-4D45-A05F-A3448B833E42}" presName="rootText" presStyleLbl="node2" presStyleIdx="1" presStyleCnt="4">
        <dgm:presLayoutVars>
          <dgm:chPref val="3"/>
        </dgm:presLayoutVars>
      </dgm:prSet>
      <dgm:spPr/>
    </dgm:pt>
    <dgm:pt modelId="{F9E1D855-364E-44F0-A051-E3CEA50A8E84}" type="pres">
      <dgm:prSet presAssocID="{7F3EDCFA-AD33-4D45-A05F-A3448B833E42}" presName="rootConnector" presStyleLbl="node2" presStyleIdx="1" presStyleCnt="4"/>
      <dgm:spPr/>
    </dgm:pt>
    <dgm:pt modelId="{85CD9475-7751-4D07-8F24-0EBA3D86CF9C}" type="pres">
      <dgm:prSet presAssocID="{7F3EDCFA-AD33-4D45-A05F-A3448B833E42}" presName="hierChild4" presStyleCnt="0"/>
      <dgm:spPr/>
    </dgm:pt>
    <dgm:pt modelId="{07DFEF89-4BC7-4ED3-B6AF-5C759B699737}" type="pres">
      <dgm:prSet presAssocID="{7F3EDCFA-AD33-4D45-A05F-A3448B833E42}" presName="hierChild5" presStyleCnt="0"/>
      <dgm:spPr/>
    </dgm:pt>
    <dgm:pt modelId="{BBBD0CA5-1C0E-4E29-A079-10D0230813C9}" type="pres">
      <dgm:prSet presAssocID="{C9AA3588-4C26-4B25-A5F6-4DB2580BD37E}" presName="Name37" presStyleLbl="parChTrans1D2" presStyleIdx="2" presStyleCnt="4"/>
      <dgm:spPr/>
    </dgm:pt>
    <dgm:pt modelId="{7C70D034-7832-4C44-837D-7E450D630625}" type="pres">
      <dgm:prSet presAssocID="{CA5FAF9A-107D-4663-A9F0-14D97CF58A32}" presName="hierRoot2" presStyleCnt="0">
        <dgm:presLayoutVars>
          <dgm:hierBranch val="init"/>
        </dgm:presLayoutVars>
      </dgm:prSet>
      <dgm:spPr/>
    </dgm:pt>
    <dgm:pt modelId="{AA7B6765-6E5F-4F40-90BE-B74BDD9835DF}" type="pres">
      <dgm:prSet presAssocID="{CA5FAF9A-107D-4663-A9F0-14D97CF58A32}" presName="rootComposite" presStyleCnt="0"/>
      <dgm:spPr/>
    </dgm:pt>
    <dgm:pt modelId="{35621E66-5266-4160-9911-605BEB3EC977}" type="pres">
      <dgm:prSet presAssocID="{CA5FAF9A-107D-4663-A9F0-14D97CF58A32}" presName="rootText" presStyleLbl="node2" presStyleIdx="2" presStyleCnt="4">
        <dgm:presLayoutVars>
          <dgm:chPref val="3"/>
        </dgm:presLayoutVars>
      </dgm:prSet>
      <dgm:spPr/>
    </dgm:pt>
    <dgm:pt modelId="{46B8C292-D2C5-4BBE-A4FD-E85C838BE84E}" type="pres">
      <dgm:prSet presAssocID="{CA5FAF9A-107D-4663-A9F0-14D97CF58A32}" presName="rootConnector" presStyleLbl="node2" presStyleIdx="2" presStyleCnt="4"/>
      <dgm:spPr/>
    </dgm:pt>
    <dgm:pt modelId="{5E11D959-75A0-41C6-97CF-8DA5061B5152}" type="pres">
      <dgm:prSet presAssocID="{CA5FAF9A-107D-4663-A9F0-14D97CF58A32}" presName="hierChild4" presStyleCnt="0"/>
      <dgm:spPr/>
    </dgm:pt>
    <dgm:pt modelId="{917FD1EB-6674-4460-8275-06321F033AA0}" type="pres">
      <dgm:prSet presAssocID="{CA5FAF9A-107D-4663-A9F0-14D97CF58A32}" presName="hierChild5" presStyleCnt="0"/>
      <dgm:spPr/>
    </dgm:pt>
    <dgm:pt modelId="{7ABC2C7F-8C38-47EE-B723-B291670F8325}" type="pres">
      <dgm:prSet presAssocID="{8B97EE0A-4C23-49A8-951A-AFDD572F32E9}" presName="Name37" presStyleLbl="parChTrans1D2" presStyleIdx="3" presStyleCnt="4"/>
      <dgm:spPr/>
    </dgm:pt>
    <dgm:pt modelId="{0B17E4B0-0AD2-462C-94D7-3CFE8B313ED9}" type="pres">
      <dgm:prSet presAssocID="{A1DA842F-7BC7-4D88-BB17-0BB968C9042B}" presName="hierRoot2" presStyleCnt="0">
        <dgm:presLayoutVars>
          <dgm:hierBranch val="init"/>
        </dgm:presLayoutVars>
      </dgm:prSet>
      <dgm:spPr/>
    </dgm:pt>
    <dgm:pt modelId="{2953AA77-94BB-4119-A2AA-75D5AE62C2D6}" type="pres">
      <dgm:prSet presAssocID="{A1DA842F-7BC7-4D88-BB17-0BB968C9042B}" presName="rootComposite" presStyleCnt="0"/>
      <dgm:spPr/>
    </dgm:pt>
    <dgm:pt modelId="{4CE40981-D7C9-477F-BD18-1C4228A953E3}" type="pres">
      <dgm:prSet presAssocID="{A1DA842F-7BC7-4D88-BB17-0BB968C9042B}" presName="rootText" presStyleLbl="node2" presStyleIdx="3" presStyleCnt="4">
        <dgm:presLayoutVars>
          <dgm:chPref val="3"/>
        </dgm:presLayoutVars>
      </dgm:prSet>
      <dgm:spPr/>
    </dgm:pt>
    <dgm:pt modelId="{F087F062-22C8-455C-8108-D64F01FB50BE}" type="pres">
      <dgm:prSet presAssocID="{A1DA842F-7BC7-4D88-BB17-0BB968C9042B}" presName="rootConnector" presStyleLbl="node2" presStyleIdx="3" presStyleCnt="4"/>
      <dgm:spPr/>
    </dgm:pt>
    <dgm:pt modelId="{400C6DF1-FAAF-4010-B98A-4C4167075C36}" type="pres">
      <dgm:prSet presAssocID="{A1DA842F-7BC7-4D88-BB17-0BB968C9042B}" presName="hierChild4" presStyleCnt="0"/>
      <dgm:spPr/>
    </dgm:pt>
    <dgm:pt modelId="{60A6679F-DE67-476C-89DB-F6A45D211947}" type="pres">
      <dgm:prSet presAssocID="{A1DA842F-7BC7-4D88-BB17-0BB968C9042B}" presName="hierChild5" presStyleCnt="0"/>
      <dgm:spPr/>
    </dgm:pt>
    <dgm:pt modelId="{6138EB78-56BF-4421-A20D-2161740BA3C0}" type="pres">
      <dgm:prSet presAssocID="{D737F3B7-1248-4870-A2C8-A1797F11283E}" presName="hierChild3" presStyleCnt="0"/>
      <dgm:spPr/>
    </dgm:pt>
  </dgm:ptLst>
  <dgm:cxnLst>
    <dgm:cxn modelId="{DD11EE12-9DD5-450D-BE25-42911ED1398C}" srcId="{D737F3B7-1248-4870-A2C8-A1797F11283E}" destId="{A1DA842F-7BC7-4D88-BB17-0BB968C9042B}" srcOrd="3" destOrd="0" parTransId="{8B97EE0A-4C23-49A8-951A-AFDD572F32E9}" sibTransId="{8BB958E2-3B9A-439B-BE70-0CD772712A91}"/>
    <dgm:cxn modelId="{F7BAAB13-95C7-4BA8-BB93-22C13C6499BC}" type="presOf" srcId="{3041B0F9-7F9A-403E-B979-1CF2FA940841}" destId="{A032AC13-9700-4BEB-BBB2-CF72D7B39982}" srcOrd="0" destOrd="0" presId="urn:microsoft.com/office/officeart/2005/8/layout/orgChart1"/>
    <dgm:cxn modelId="{A0BE735C-6EAE-4783-A5C9-A7D2E4DBF6F7}" type="presOf" srcId="{7F3EDCFA-AD33-4D45-A05F-A3448B833E42}" destId="{F9E1D855-364E-44F0-A051-E3CEA50A8E84}" srcOrd="1" destOrd="0" presId="urn:microsoft.com/office/officeart/2005/8/layout/orgChart1"/>
    <dgm:cxn modelId="{5138E741-46D3-49BE-8CF2-9A43E5115ACE}" srcId="{D737F3B7-1248-4870-A2C8-A1797F11283E}" destId="{7F3EDCFA-AD33-4D45-A05F-A3448B833E42}" srcOrd="1" destOrd="0" parTransId="{58AD127A-1E3E-45EA-B57F-A34F49B9FF10}" sibTransId="{CF7DC7D4-23E4-4B0C-8918-7A152B86C447}"/>
    <dgm:cxn modelId="{7F0F0163-2B8C-48BB-87D8-A795EE83B326}" type="presOf" srcId="{EFDA5D0E-9424-4440-AB7C-0A478E3A3986}" destId="{EE6D4553-4B9F-49CF-A813-C56CE43FEA6C}" srcOrd="0" destOrd="0" presId="urn:microsoft.com/office/officeart/2005/8/layout/orgChart1"/>
    <dgm:cxn modelId="{E1D7B047-1FBE-4DFA-973D-8D6A5B126ED4}" srcId="{3041B0F9-7F9A-403E-B979-1CF2FA940841}" destId="{D737F3B7-1248-4870-A2C8-A1797F11283E}" srcOrd="0" destOrd="0" parTransId="{9CB808B0-3844-43F7-BF23-D9E3E97A6B21}" sibTransId="{FD5B5879-FBFC-4143-B909-E6B82A254238}"/>
    <dgm:cxn modelId="{1D15E46C-2DC6-4857-9E02-D110590B4A7F}" type="presOf" srcId="{427DFE57-A27B-4983-B842-5B4130A1D946}" destId="{D4C47488-F435-4873-984C-CC31724CA347}" srcOrd="1" destOrd="0" presId="urn:microsoft.com/office/officeart/2005/8/layout/orgChart1"/>
    <dgm:cxn modelId="{AFB1074E-0FA4-4E03-93A0-9FEC8B9EF090}" type="presOf" srcId="{D737F3B7-1248-4870-A2C8-A1797F11283E}" destId="{63B64335-D8D8-4B42-B163-A4E8CE50F9F0}" srcOrd="0" destOrd="0" presId="urn:microsoft.com/office/officeart/2005/8/layout/orgChart1"/>
    <dgm:cxn modelId="{E7547F71-835C-45EB-9C39-F505FA268270}" srcId="{D737F3B7-1248-4870-A2C8-A1797F11283E}" destId="{CA5FAF9A-107D-4663-A9F0-14D97CF58A32}" srcOrd="2" destOrd="0" parTransId="{C9AA3588-4C26-4B25-A5F6-4DB2580BD37E}" sibTransId="{C8EC7245-6801-4A26-893E-F84CA92C4282}"/>
    <dgm:cxn modelId="{F335CB53-1572-4F6C-AC91-575161E7F94E}" type="presOf" srcId="{A1DA842F-7BC7-4D88-BB17-0BB968C9042B}" destId="{4CE40981-D7C9-477F-BD18-1C4228A953E3}" srcOrd="0" destOrd="0" presId="urn:microsoft.com/office/officeart/2005/8/layout/orgChart1"/>
    <dgm:cxn modelId="{152BB574-7CEF-45A7-B946-5935277FD2BF}" srcId="{D737F3B7-1248-4870-A2C8-A1797F11283E}" destId="{427DFE57-A27B-4983-B842-5B4130A1D946}" srcOrd="0" destOrd="0" parTransId="{EFDA5D0E-9424-4440-AB7C-0A478E3A3986}" sibTransId="{FBD1A257-EB97-426C-BAFE-5D940953B6F9}"/>
    <dgm:cxn modelId="{56A9BC7F-0723-49A6-A716-B515FFCF620F}" type="presOf" srcId="{7F3EDCFA-AD33-4D45-A05F-A3448B833E42}" destId="{CB863789-C5B1-47DE-9D1A-86D21FEE2008}" srcOrd="0" destOrd="0" presId="urn:microsoft.com/office/officeart/2005/8/layout/orgChart1"/>
    <dgm:cxn modelId="{8A13879B-CAA4-485D-B5EC-35656D3DB70C}" type="presOf" srcId="{8B97EE0A-4C23-49A8-951A-AFDD572F32E9}" destId="{7ABC2C7F-8C38-47EE-B723-B291670F8325}" srcOrd="0" destOrd="0" presId="urn:microsoft.com/office/officeart/2005/8/layout/orgChart1"/>
    <dgm:cxn modelId="{46F08AA3-F17D-4ECC-9BE1-95FB51721F85}" type="presOf" srcId="{CA5FAF9A-107D-4663-A9F0-14D97CF58A32}" destId="{35621E66-5266-4160-9911-605BEB3EC977}" srcOrd="0" destOrd="0" presId="urn:microsoft.com/office/officeart/2005/8/layout/orgChart1"/>
    <dgm:cxn modelId="{4E22D7AB-9FEA-4B81-9C3F-6691089D4D74}" type="presOf" srcId="{A1DA842F-7BC7-4D88-BB17-0BB968C9042B}" destId="{F087F062-22C8-455C-8108-D64F01FB50BE}" srcOrd="1" destOrd="0" presId="urn:microsoft.com/office/officeart/2005/8/layout/orgChart1"/>
    <dgm:cxn modelId="{559D1EAF-6F39-48A2-8816-DB8754D96E3C}" type="presOf" srcId="{427DFE57-A27B-4983-B842-5B4130A1D946}" destId="{77D85C8E-4EAB-4DC5-857C-D4E113ADB303}" srcOrd="0" destOrd="0" presId="urn:microsoft.com/office/officeart/2005/8/layout/orgChart1"/>
    <dgm:cxn modelId="{AC133DB2-6F14-457D-97B1-A9CB4D42F970}" type="presOf" srcId="{CA5FAF9A-107D-4663-A9F0-14D97CF58A32}" destId="{46B8C292-D2C5-4BBE-A4FD-E85C838BE84E}" srcOrd="1" destOrd="0" presId="urn:microsoft.com/office/officeart/2005/8/layout/orgChart1"/>
    <dgm:cxn modelId="{45ECA2B3-90EF-4974-B5EF-65E7C82134C3}" type="presOf" srcId="{D737F3B7-1248-4870-A2C8-A1797F11283E}" destId="{5B2DE1E2-1EA3-4DE9-A064-FB6AC31E690C}" srcOrd="1" destOrd="0" presId="urn:microsoft.com/office/officeart/2005/8/layout/orgChart1"/>
    <dgm:cxn modelId="{CA1AA9D4-0C33-4B71-B1E9-83F82C06366E}" type="presOf" srcId="{C9AA3588-4C26-4B25-A5F6-4DB2580BD37E}" destId="{BBBD0CA5-1C0E-4E29-A079-10D0230813C9}" srcOrd="0" destOrd="0" presId="urn:microsoft.com/office/officeart/2005/8/layout/orgChart1"/>
    <dgm:cxn modelId="{381A83D9-A13E-4FA6-9028-08A566852C37}" type="presOf" srcId="{58AD127A-1E3E-45EA-B57F-A34F49B9FF10}" destId="{23D71DD2-FA53-468C-8927-AB3D9FD76609}" srcOrd="0" destOrd="0" presId="urn:microsoft.com/office/officeart/2005/8/layout/orgChart1"/>
    <dgm:cxn modelId="{D3A5640A-7045-4213-ABB1-2BE717FCCED5}" type="presParOf" srcId="{A032AC13-9700-4BEB-BBB2-CF72D7B39982}" destId="{D1687EE1-872D-456B-B28B-CA09FD30C045}" srcOrd="0" destOrd="0" presId="urn:microsoft.com/office/officeart/2005/8/layout/orgChart1"/>
    <dgm:cxn modelId="{BB4476AE-81CC-45F8-9AF0-29215B654B3B}" type="presParOf" srcId="{D1687EE1-872D-456B-B28B-CA09FD30C045}" destId="{EE2D61CE-FA27-4518-A556-A76529531A20}" srcOrd="0" destOrd="0" presId="urn:microsoft.com/office/officeart/2005/8/layout/orgChart1"/>
    <dgm:cxn modelId="{23B32D2B-FD35-4CD9-BDE2-66D4A68EAFCB}" type="presParOf" srcId="{EE2D61CE-FA27-4518-A556-A76529531A20}" destId="{63B64335-D8D8-4B42-B163-A4E8CE50F9F0}" srcOrd="0" destOrd="0" presId="urn:microsoft.com/office/officeart/2005/8/layout/orgChart1"/>
    <dgm:cxn modelId="{C3506156-8ACD-4D3C-85EA-565C832A5130}" type="presParOf" srcId="{EE2D61CE-FA27-4518-A556-A76529531A20}" destId="{5B2DE1E2-1EA3-4DE9-A064-FB6AC31E690C}" srcOrd="1" destOrd="0" presId="urn:microsoft.com/office/officeart/2005/8/layout/orgChart1"/>
    <dgm:cxn modelId="{7AA32288-D076-4081-9F8F-71A36FCF82FC}" type="presParOf" srcId="{D1687EE1-872D-456B-B28B-CA09FD30C045}" destId="{1E00DCBA-399F-4D60-B2C9-0B456BE65FD3}" srcOrd="1" destOrd="0" presId="urn:microsoft.com/office/officeart/2005/8/layout/orgChart1"/>
    <dgm:cxn modelId="{E129D140-0DA0-4D0E-9D43-5A883C375348}" type="presParOf" srcId="{1E00DCBA-399F-4D60-B2C9-0B456BE65FD3}" destId="{EE6D4553-4B9F-49CF-A813-C56CE43FEA6C}" srcOrd="0" destOrd="0" presId="urn:microsoft.com/office/officeart/2005/8/layout/orgChart1"/>
    <dgm:cxn modelId="{2ED4EC37-166B-4FC8-A25E-E52DD8FD8003}" type="presParOf" srcId="{1E00DCBA-399F-4D60-B2C9-0B456BE65FD3}" destId="{B49C3EAE-DDC9-451E-9733-522115E40D5A}" srcOrd="1" destOrd="0" presId="urn:microsoft.com/office/officeart/2005/8/layout/orgChart1"/>
    <dgm:cxn modelId="{6A49EEA8-DEF0-4586-9F68-B0D06AE9D8C5}" type="presParOf" srcId="{B49C3EAE-DDC9-451E-9733-522115E40D5A}" destId="{68EEA7DE-FF68-49CE-A056-38F27FB7C247}" srcOrd="0" destOrd="0" presId="urn:microsoft.com/office/officeart/2005/8/layout/orgChart1"/>
    <dgm:cxn modelId="{EC8DC4AE-4DF4-4BCE-93E7-8E8A6292AD3E}" type="presParOf" srcId="{68EEA7DE-FF68-49CE-A056-38F27FB7C247}" destId="{77D85C8E-4EAB-4DC5-857C-D4E113ADB303}" srcOrd="0" destOrd="0" presId="urn:microsoft.com/office/officeart/2005/8/layout/orgChart1"/>
    <dgm:cxn modelId="{3F16F8E2-F3E5-49BA-9A0C-72A0EE94B816}" type="presParOf" srcId="{68EEA7DE-FF68-49CE-A056-38F27FB7C247}" destId="{D4C47488-F435-4873-984C-CC31724CA347}" srcOrd="1" destOrd="0" presId="urn:microsoft.com/office/officeart/2005/8/layout/orgChart1"/>
    <dgm:cxn modelId="{B9AD44F1-30CD-4C92-B0FF-CF13A7F3CB3D}" type="presParOf" srcId="{B49C3EAE-DDC9-451E-9733-522115E40D5A}" destId="{85A2D780-AF8B-40B4-BED1-7D7F85F99751}" srcOrd="1" destOrd="0" presId="urn:microsoft.com/office/officeart/2005/8/layout/orgChart1"/>
    <dgm:cxn modelId="{E0705725-8EEE-441A-A699-D4C4B088CF51}" type="presParOf" srcId="{B49C3EAE-DDC9-451E-9733-522115E40D5A}" destId="{E403C3BB-2DAB-41A5-8535-09507214EE66}" srcOrd="2" destOrd="0" presId="urn:microsoft.com/office/officeart/2005/8/layout/orgChart1"/>
    <dgm:cxn modelId="{A5F76474-A9FF-4A78-8A81-438702892A52}" type="presParOf" srcId="{1E00DCBA-399F-4D60-B2C9-0B456BE65FD3}" destId="{23D71DD2-FA53-468C-8927-AB3D9FD76609}" srcOrd="2" destOrd="0" presId="urn:microsoft.com/office/officeart/2005/8/layout/orgChart1"/>
    <dgm:cxn modelId="{F698D11C-6502-463E-A1BB-CB1CD90E1716}" type="presParOf" srcId="{1E00DCBA-399F-4D60-B2C9-0B456BE65FD3}" destId="{4BE30178-26E9-44F1-8646-49548317B6F5}" srcOrd="3" destOrd="0" presId="urn:microsoft.com/office/officeart/2005/8/layout/orgChart1"/>
    <dgm:cxn modelId="{77ED98DC-5CD1-45E2-A03A-54E4D8CEE307}" type="presParOf" srcId="{4BE30178-26E9-44F1-8646-49548317B6F5}" destId="{D0012BC0-3842-4F69-9A19-5CF764D42BA1}" srcOrd="0" destOrd="0" presId="urn:microsoft.com/office/officeart/2005/8/layout/orgChart1"/>
    <dgm:cxn modelId="{D310EB89-6A10-4942-8F5E-6542E52B477F}" type="presParOf" srcId="{D0012BC0-3842-4F69-9A19-5CF764D42BA1}" destId="{CB863789-C5B1-47DE-9D1A-86D21FEE2008}" srcOrd="0" destOrd="0" presId="urn:microsoft.com/office/officeart/2005/8/layout/orgChart1"/>
    <dgm:cxn modelId="{AFF1B810-5C95-4508-B889-2D806BC2DD12}" type="presParOf" srcId="{D0012BC0-3842-4F69-9A19-5CF764D42BA1}" destId="{F9E1D855-364E-44F0-A051-E3CEA50A8E84}" srcOrd="1" destOrd="0" presId="urn:microsoft.com/office/officeart/2005/8/layout/orgChart1"/>
    <dgm:cxn modelId="{1BD18C19-43C6-4095-B61F-C388D83B5CAB}" type="presParOf" srcId="{4BE30178-26E9-44F1-8646-49548317B6F5}" destId="{85CD9475-7751-4D07-8F24-0EBA3D86CF9C}" srcOrd="1" destOrd="0" presId="urn:microsoft.com/office/officeart/2005/8/layout/orgChart1"/>
    <dgm:cxn modelId="{E26B0F47-D050-4E1A-9720-79CF4993FBEF}" type="presParOf" srcId="{4BE30178-26E9-44F1-8646-49548317B6F5}" destId="{07DFEF89-4BC7-4ED3-B6AF-5C759B699737}" srcOrd="2" destOrd="0" presId="urn:microsoft.com/office/officeart/2005/8/layout/orgChart1"/>
    <dgm:cxn modelId="{50DE72BA-7B5D-469F-8795-FA7AF96BA108}" type="presParOf" srcId="{1E00DCBA-399F-4D60-B2C9-0B456BE65FD3}" destId="{BBBD0CA5-1C0E-4E29-A079-10D0230813C9}" srcOrd="4" destOrd="0" presId="urn:microsoft.com/office/officeart/2005/8/layout/orgChart1"/>
    <dgm:cxn modelId="{453A4017-35B4-427D-A1E6-8A803CE937EE}" type="presParOf" srcId="{1E00DCBA-399F-4D60-B2C9-0B456BE65FD3}" destId="{7C70D034-7832-4C44-837D-7E450D630625}" srcOrd="5" destOrd="0" presId="urn:microsoft.com/office/officeart/2005/8/layout/orgChart1"/>
    <dgm:cxn modelId="{C8F4BC2F-80D1-440A-9C07-30031F57F3EB}" type="presParOf" srcId="{7C70D034-7832-4C44-837D-7E450D630625}" destId="{AA7B6765-6E5F-4F40-90BE-B74BDD9835DF}" srcOrd="0" destOrd="0" presId="urn:microsoft.com/office/officeart/2005/8/layout/orgChart1"/>
    <dgm:cxn modelId="{F531998A-D4DE-4EDC-B386-C63A49A3B416}" type="presParOf" srcId="{AA7B6765-6E5F-4F40-90BE-B74BDD9835DF}" destId="{35621E66-5266-4160-9911-605BEB3EC977}" srcOrd="0" destOrd="0" presId="urn:microsoft.com/office/officeart/2005/8/layout/orgChart1"/>
    <dgm:cxn modelId="{236AFA57-4255-4B29-A94E-70FFF59231D1}" type="presParOf" srcId="{AA7B6765-6E5F-4F40-90BE-B74BDD9835DF}" destId="{46B8C292-D2C5-4BBE-A4FD-E85C838BE84E}" srcOrd="1" destOrd="0" presId="urn:microsoft.com/office/officeart/2005/8/layout/orgChart1"/>
    <dgm:cxn modelId="{55AC7597-791B-4218-B8F2-1FEF7DEA8985}" type="presParOf" srcId="{7C70D034-7832-4C44-837D-7E450D630625}" destId="{5E11D959-75A0-41C6-97CF-8DA5061B5152}" srcOrd="1" destOrd="0" presId="urn:microsoft.com/office/officeart/2005/8/layout/orgChart1"/>
    <dgm:cxn modelId="{A35B9AE2-2129-4F77-AA64-E901535A2D13}" type="presParOf" srcId="{7C70D034-7832-4C44-837D-7E450D630625}" destId="{917FD1EB-6674-4460-8275-06321F033AA0}" srcOrd="2" destOrd="0" presId="urn:microsoft.com/office/officeart/2005/8/layout/orgChart1"/>
    <dgm:cxn modelId="{61445EF2-0DF5-44CB-AA31-DD2B80528A45}" type="presParOf" srcId="{1E00DCBA-399F-4D60-B2C9-0B456BE65FD3}" destId="{7ABC2C7F-8C38-47EE-B723-B291670F8325}" srcOrd="6" destOrd="0" presId="urn:microsoft.com/office/officeart/2005/8/layout/orgChart1"/>
    <dgm:cxn modelId="{8554B5CE-0345-4024-816B-97C0E91EEDB3}" type="presParOf" srcId="{1E00DCBA-399F-4D60-B2C9-0B456BE65FD3}" destId="{0B17E4B0-0AD2-462C-94D7-3CFE8B313ED9}" srcOrd="7" destOrd="0" presId="urn:microsoft.com/office/officeart/2005/8/layout/orgChart1"/>
    <dgm:cxn modelId="{68BCDEA5-9252-42A8-90DB-FC90E0C81B3E}" type="presParOf" srcId="{0B17E4B0-0AD2-462C-94D7-3CFE8B313ED9}" destId="{2953AA77-94BB-4119-A2AA-75D5AE62C2D6}" srcOrd="0" destOrd="0" presId="urn:microsoft.com/office/officeart/2005/8/layout/orgChart1"/>
    <dgm:cxn modelId="{EAD78144-DE08-41B2-9CB1-2F428BE3C9BE}" type="presParOf" srcId="{2953AA77-94BB-4119-A2AA-75D5AE62C2D6}" destId="{4CE40981-D7C9-477F-BD18-1C4228A953E3}" srcOrd="0" destOrd="0" presId="urn:microsoft.com/office/officeart/2005/8/layout/orgChart1"/>
    <dgm:cxn modelId="{C21C7EC4-2145-4312-95F0-B9087DEA7C31}" type="presParOf" srcId="{2953AA77-94BB-4119-A2AA-75D5AE62C2D6}" destId="{F087F062-22C8-455C-8108-D64F01FB50BE}" srcOrd="1" destOrd="0" presId="urn:microsoft.com/office/officeart/2005/8/layout/orgChart1"/>
    <dgm:cxn modelId="{5DB1529A-5CCB-489C-88DE-DB78057CFEA7}" type="presParOf" srcId="{0B17E4B0-0AD2-462C-94D7-3CFE8B313ED9}" destId="{400C6DF1-FAAF-4010-B98A-4C4167075C36}" srcOrd="1" destOrd="0" presId="urn:microsoft.com/office/officeart/2005/8/layout/orgChart1"/>
    <dgm:cxn modelId="{F96A27F3-B7DF-4870-A3AA-53EA12898F26}" type="presParOf" srcId="{0B17E4B0-0AD2-462C-94D7-3CFE8B313ED9}" destId="{60A6679F-DE67-476C-89DB-F6A45D211947}" srcOrd="2" destOrd="0" presId="urn:microsoft.com/office/officeart/2005/8/layout/orgChart1"/>
    <dgm:cxn modelId="{D32A2BF8-E4DE-4F5E-8C77-DE2FA542D4BA}" type="presParOf" srcId="{D1687EE1-872D-456B-B28B-CA09FD30C045}" destId="{6138EB78-56BF-4421-A20D-2161740BA3C0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E04AF3-856B-49B8-95B5-7697B572D8C3}">
      <dsp:nvSpPr>
        <dsp:cNvPr id="0" name=""/>
        <dsp:cNvSpPr/>
      </dsp:nvSpPr>
      <dsp:spPr>
        <a:xfrm>
          <a:off x="8492883" y="1207422"/>
          <a:ext cx="1936515" cy="193683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00D16F-544C-4387-8796-438B0E0FC7A1}">
      <dsp:nvSpPr>
        <dsp:cNvPr id="0" name=""/>
        <dsp:cNvSpPr/>
      </dsp:nvSpPr>
      <dsp:spPr>
        <a:xfrm>
          <a:off x="8556781" y="1271995"/>
          <a:ext cx="1807689" cy="180768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Business Users</a:t>
          </a:r>
        </a:p>
      </dsp:txBody>
      <dsp:txXfrm>
        <a:off x="8815464" y="1530284"/>
        <a:ext cx="1291353" cy="1291108"/>
      </dsp:txXfrm>
    </dsp:sp>
    <dsp:sp modelId="{A7D80D22-C6A3-4B9A-A787-B59B097D3C15}">
      <dsp:nvSpPr>
        <dsp:cNvPr id="0" name=""/>
        <dsp:cNvSpPr/>
      </dsp:nvSpPr>
      <dsp:spPr>
        <a:xfrm rot="2700000">
          <a:off x="6490520" y="1207523"/>
          <a:ext cx="1936291" cy="1936291"/>
        </a:xfrm>
        <a:prstGeom prst="teardrop">
          <a:avLst>
            <a:gd name="adj" fmla="val 1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295A50-E486-4F61-B122-B4B1D5DA3278}">
      <dsp:nvSpPr>
        <dsp:cNvPr id="0" name=""/>
        <dsp:cNvSpPr/>
      </dsp:nvSpPr>
      <dsp:spPr>
        <a:xfrm>
          <a:off x="6556368" y="1271995"/>
          <a:ext cx="1807689" cy="180768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OLAP Server </a:t>
          </a:r>
        </a:p>
      </dsp:txBody>
      <dsp:txXfrm>
        <a:off x="6814020" y="1530284"/>
        <a:ext cx="1291353" cy="1291108"/>
      </dsp:txXfrm>
    </dsp:sp>
    <dsp:sp modelId="{D4D17F88-1CD5-4357-8776-E8D1069644A9}">
      <dsp:nvSpPr>
        <dsp:cNvPr id="0" name=""/>
        <dsp:cNvSpPr/>
      </dsp:nvSpPr>
      <dsp:spPr>
        <a:xfrm rot="2700000">
          <a:off x="4490107" y="1207523"/>
          <a:ext cx="1936291" cy="1936291"/>
        </a:xfrm>
        <a:prstGeom prst="teardrop">
          <a:avLst>
            <a:gd name="adj" fmla="val 1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F79C3A-9460-45AD-93F6-9E6B15C441B4}">
      <dsp:nvSpPr>
        <dsp:cNvPr id="0" name=""/>
        <dsp:cNvSpPr/>
      </dsp:nvSpPr>
      <dsp:spPr>
        <a:xfrm>
          <a:off x="4554924" y="1271995"/>
          <a:ext cx="1807689" cy="180768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Data Warehouse </a:t>
          </a:r>
        </a:p>
      </dsp:txBody>
      <dsp:txXfrm>
        <a:off x="4812576" y="1530284"/>
        <a:ext cx="1291353" cy="1291108"/>
      </dsp:txXfrm>
    </dsp:sp>
    <dsp:sp modelId="{66B9E5B0-4820-4B7A-96FB-B7823397680A}">
      <dsp:nvSpPr>
        <dsp:cNvPr id="0" name=""/>
        <dsp:cNvSpPr/>
      </dsp:nvSpPr>
      <dsp:spPr>
        <a:xfrm rot="2700000">
          <a:off x="2488664" y="1207523"/>
          <a:ext cx="1936291" cy="1936291"/>
        </a:xfrm>
        <a:prstGeom prst="teardrop">
          <a:avLst>
            <a:gd name="adj" fmla="val 10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6C4D93-A04B-4B62-A9A0-E50265858CE2}">
      <dsp:nvSpPr>
        <dsp:cNvPr id="0" name=""/>
        <dsp:cNvSpPr/>
      </dsp:nvSpPr>
      <dsp:spPr>
        <a:xfrm>
          <a:off x="2553480" y="1271995"/>
          <a:ext cx="1807689" cy="180768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ETL Process (Extract, Transform, Load)</a:t>
          </a:r>
        </a:p>
      </dsp:txBody>
      <dsp:txXfrm>
        <a:off x="2812163" y="1530284"/>
        <a:ext cx="1291353" cy="1291108"/>
      </dsp:txXfrm>
    </dsp:sp>
    <dsp:sp modelId="{2172A10B-F9A5-4612-9B82-FA9604EBB4D6}">
      <dsp:nvSpPr>
        <dsp:cNvPr id="0" name=""/>
        <dsp:cNvSpPr/>
      </dsp:nvSpPr>
      <dsp:spPr>
        <a:xfrm rot="2700000">
          <a:off x="487220" y="1207523"/>
          <a:ext cx="1936291" cy="1936291"/>
        </a:xfrm>
        <a:prstGeom prst="teardrop">
          <a:avLst>
            <a:gd name="adj" fmla="val 10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A3F303-0AB1-44B4-AE2E-EB890331667C}">
      <dsp:nvSpPr>
        <dsp:cNvPr id="0" name=""/>
        <dsp:cNvSpPr/>
      </dsp:nvSpPr>
      <dsp:spPr>
        <a:xfrm>
          <a:off x="552036" y="1271995"/>
          <a:ext cx="1807689" cy="180768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Operational Databases </a:t>
          </a:r>
        </a:p>
      </dsp:txBody>
      <dsp:txXfrm>
        <a:off x="810719" y="1530284"/>
        <a:ext cx="1291353" cy="129110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BC2C7F-8C38-47EE-B723-B291670F8325}">
      <dsp:nvSpPr>
        <dsp:cNvPr id="0" name=""/>
        <dsp:cNvSpPr/>
      </dsp:nvSpPr>
      <dsp:spPr>
        <a:xfrm>
          <a:off x="2764536" y="2476208"/>
          <a:ext cx="2165201" cy="2505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5259"/>
              </a:lnTo>
              <a:lnTo>
                <a:pt x="2165201" y="125259"/>
              </a:lnTo>
              <a:lnTo>
                <a:pt x="2165201" y="250519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BD0CA5-1C0E-4E29-A079-10D0230813C9}">
      <dsp:nvSpPr>
        <dsp:cNvPr id="0" name=""/>
        <dsp:cNvSpPr/>
      </dsp:nvSpPr>
      <dsp:spPr>
        <a:xfrm>
          <a:off x="2764536" y="2476208"/>
          <a:ext cx="721733" cy="2505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5259"/>
              </a:lnTo>
              <a:lnTo>
                <a:pt x="721733" y="125259"/>
              </a:lnTo>
              <a:lnTo>
                <a:pt x="721733" y="250519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D71DD2-FA53-468C-8927-AB3D9FD76609}">
      <dsp:nvSpPr>
        <dsp:cNvPr id="0" name=""/>
        <dsp:cNvSpPr/>
      </dsp:nvSpPr>
      <dsp:spPr>
        <a:xfrm>
          <a:off x="2042802" y="2476208"/>
          <a:ext cx="721733" cy="250519"/>
        </a:xfrm>
        <a:custGeom>
          <a:avLst/>
          <a:gdLst/>
          <a:ahLst/>
          <a:cxnLst/>
          <a:rect l="0" t="0" r="0" b="0"/>
          <a:pathLst>
            <a:path>
              <a:moveTo>
                <a:pt x="721733" y="0"/>
              </a:moveTo>
              <a:lnTo>
                <a:pt x="721733" y="125259"/>
              </a:lnTo>
              <a:lnTo>
                <a:pt x="0" y="125259"/>
              </a:lnTo>
              <a:lnTo>
                <a:pt x="0" y="250519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6D4553-4B9F-49CF-A813-C56CE43FEA6C}">
      <dsp:nvSpPr>
        <dsp:cNvPr id="0" name=""/>
        <dsp:cNvSpPr/>
      </dsp:nvSpPr>
      <dsp:spPr>
        <a:xfrm>
          <a:off x="599334" y="2476208"/>
          <a:ext cx="2165201" cy="250519"/>
        </a:xfrm>
        <a:custGeom>
          <a:avLst/>
          <a:gdLst/>
          <a:ahLst/>
          <a:cxnLst/>
          <a:rect l="0" t="0" r="0" b="0"/>
          <a:pathLst>
            <a:path>
              <a:moveTo>
                <a:pt x="2165201" y="0"/>
              </a:moveTo>
              <a:lnTo>
                <a:pt x="2165201" y="125259"/>
              </a:lnTo>
              <a:lnTo>
                <a:pt x="0" y="125259"/>
              </a:lnTo>
              <a:lnTo>
                <a:pt x="0" y="250519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B64335-D8D8-4B42-B163-A4E8CE50F9F0}">
      <dsp:nvSpPr>
        <dsp:cNvPr id="0" name=""/>
        <dsp:cNvSpPr/>
      </dsp:nvSpPr>
      <dsp:spPr>
        <a:xfrm>
          <a:off x="2168061" y="1879734"/>
          <a:ext cx="1192948" cy="59647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OLAP Operations</a:t>
          </a:r>
          <a:endParaRPr lang="en-IN" sz="2000" kern="1200" dirty="0"/>
        </a:p>
      </dsp:txBody>
      <dsp:txXfrm>
        <a:off x="2168061" y="1879734"/>
        <a:ext cx="1192948" cy="596474"/>
      </dsp:txXfrm>
    </dsp:sp>
    <dsp:sp modelId="{77D85C8E-4EAB-4DC5-857C-D4E113ADB303}">
      <dsp:nvSpPr>
        <dsp:cNvPr id="0" name=""/>
        <dsp:cNvSpPr/>
      </dsp:nvSpPr>
      <dsp:spPr>
        <a:xfrm>
          <a:off x="2860" y="2726727"/>
          <a:ext cx="1192948" cy="5964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Slice</a:t>
          </a:r>
          <a:endParaRPr lang="en-IN" sz="2000" kern="1200" dirty="0"/>
        </a:p>
      </dsp:txBody>
      <dsp:txXfrm>
        <a:off x="2860" y="2726727"/>
        <a:ext cx="1192948" cy="596474"/>
      </dsp:txXfrm>
    </dsp:sp>
    <dsp:sp modelId="{CB863789-C5B1-47DE-9D1A-86D21FEE2008}">
      <dsp:nvSpPr>
        <dsp:cNvPr id="0" name=""/>
        <dsp:cNvSpPr/>
      </dsp:nvSpPr>
      <dsp:spPr>
        <a:xfrm>
          <a:off x="1446327" y="2726727"/>
          <a:ext cx="1192948" cy="5964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Dice</a:t>
          </a:r>
          <a:endParaRPr lang="en-IN" sz="2000" kern="1200" dirty="0"/>
        </a:p>
      </dsp:txBody>
      <dsp:txXfrm>
        <a:off x="1446327" y="2726727"/>
        <a:ext cx="1192948" cy="596474"/>
      </dsp:txXfrm>
    </dsp:sp>
    <dsp:sp modelId="{35621E66-5266-4160-9911-605BEB3EC977}">
      <dsp:nvSpPr>
        <dsp:cNvPr id="0" name=""/>
        <dsp:cNvSpPr/>
      </dsp:nvSpPr>
      <dsp:spPr>
        <a:xfrm>
          <a:off x="2889795" y="2726727"/>
          <a:ext cx="1192948" cy="5964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Roll-up</a:t>
          </a:r>
          <a:endParaRPr lang="en-IN" sz="2000" kern="1200" dirty="0"/>
        </a:p>
      </dsp:txBody>
      <dsp:txXfrm>
        <a:off x="2889795" y="2726727"/>
        <a:ext cx="1192948" cy="596474"/>
      </dsp:txXfrm>
    </dsp:sp>
    <dsp:sp modelId="{4CE40981-D7C9-477F-BD18-1C4228A953E3}">
      <dsp:nvSpPr>
        <dsp:cNvPr id="0" name=""/>
        <dsp:cNvSpPr/>
      </dsp:nvSpPr>
      <dsp:spPr>
        <a:xfrm>
          <a:off x="4333263" y="2726727"/>
          <a:ext cx="1192948" cy="5964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Drill-down</a:t>
          </a:r>
          <a:endParaRPr lang="en-IN" sz="2000" kern="1200" dirty="0"/>
        </a:p>
      </dsp:txBody>
      <dsp:txXfrm>
        <a:off x="4333263" y="2726727"/>
        <a:ext cx="1192948" cy="5964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F6174-DC97-5428-BA59-3341353C1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ED4E02-AB2A-3895-B6DF-9EE0826FB6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E4092-6277-3336-4F4B-A4909B282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5D968-1FC6-43E6-880E-AE12E6A46B63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63DEC-A8BE-E8DD-F2BF-C2303A267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16AA3-8CB8-AD20-0F59-509ECB30A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E9AE9-677E-4B4A-9962-65A645D8E3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6633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2C95F-6017-5601-FE50-3842B4E91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B8B35-E98D-65CD-F17C-A6339DC7C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8CAE9-997D-EB93-880E-1DB81BFD6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5D968-1FC6-43E6-880E-AE12E6A46B63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51D74-0C3A-8D66-ED42-F19603017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04BF8-4B36-BE12-3691-CF5C09069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E9AE9-677E-4B4A-9962-65A645D8E3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879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D961A-1383-16B0-C16C-3F9E7659C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7520D6-72E4-C01D-B9A2-F02503005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67A87-FAB7-FBCA-7581-8706F80D1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5D968-1FC6-43E6-880E-AE12E6A46B63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FA4D4-6D51-45D8-5E5E-F95576B11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F58A0-F1AE-AC44-BAD2-8C381F433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E9AE9-677E-4B4A-9962-65A645D8E3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871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AAD33-D896-5D31-F9E6-CD495F133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72D17-1CDA-02EC-B935-25FD12DFC4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2B5A0D-F45D-E7D5-4D47-7D51EB9E17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E0F1-4A6F-B54C-3BB8-D4A92BA68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5D968-1FC6-43E6-880E-AE12E6A46B63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37AD58-5917-1F71-F5DC-6FA172F7D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9409B0-6607-67DC-A620-1FF666EC6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E9AE9-677E-4B4A-9962-65A645D8E3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1177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48AAE-F6A5-FAA2-3A6B-9C3134D9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7F409A-5F70-5F4E-69AE-1E92A6A9B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B733DA-3493-0BF8-EE5B-321214C506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B910F2-AC3F-6F86-3F03-84716F0DE1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333134-DC3A-5B1E-9FE7-CFB06E73A5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6C0C88-F389-906C-212C-8D4FFAA95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5D968-1FC6-43E6-880E-AE12E6A46B63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C9240F-A882-27C4-42ED-8C9948837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341EF6-5BA0-11E6-43FE-7AF006F67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E9AE9-677E-4B4A-9962-65A645D8E3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821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E13A9-BC11-9FD6-3E16-C2417BD76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559DDA-A343-26F7-9D1A-834D517AB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5D968-1FC6-43E6-880E-AE12E6A46B63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B9719F-F88D-0531-B5C6-6C6BE7650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45E71F-8843-F245-9984-3F132AF39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E9AE9-677E-4B4A-9962-65A645D8E3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9120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694A9F-5722-60F7-421D-DCFBF9605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5D968-1FC6-43E6-880E-AE12E6A46B63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C64D2F-BB14-3CC3-0E9D-DBF2DCD23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F929B-3806-61C8-209C-AAB51DE90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E9AE9-677E-4B4A-9962-65A645D8E3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389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8660B-B6A8-8E02-3C91-5C48EB5FF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E8A67-8528-BEF0-4E8C-9B3AC58F0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54E47D-B90F-8CC0-B996-853B515BC8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7BDF22-A465-4139-C242-7EDB54E76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5D968-1FC6-43E6-880E-AE12E6A46B63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59D37C-92BD-17DA-0A5F-B436C9F01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1DAE94-C7C9-8F6E-F0AD-3EB3D58A2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E9AE9-677E-4B4A-9962-65A645D8E3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78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84E6D-4BDB-CB29-96E8-532D10C6C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DCF7D8-76FB-F314-2BBB-977E465745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2C2215-7CC2-93C7-061C-FCCDCFAA99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8EF276-4094-BCE5-E775-C7DF0EE83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5D968-1FC6-43E6-880E-AE12E6A46B63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FD615-4C31-01FB-9BAD-C1916AE10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85EE7-790F-D98C-E5AD-197D6A492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E9AE9-677E-4B4A-9962-65A645D8E3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074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D3F7C-0A62-00C8-8A1F-B8B1B87DF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89083B-7CD5-FE52-1CC2-28C595752B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2DC0A-C955-D136-533A-ADBBA3176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5D968-1FC6-43E6-880E-AE12E6A46B63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FF1D1-B8E0-DD99-49CA-06D81BD0D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DC364-DCE8-F955-5E89-B4E6C4F73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E9AE9-677E-4B4A-9962-65A645D8E3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882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74ADAC-8F80-3E16-B678-8B35CE92C7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C44492-3924-83A3-AC50-8AADDA8DC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50646-BE4F-769B-52C2-63C268058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5D968-1FC6-43E6-880E-AE12E6A46B63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87967-3E17-8173-B635-86BC9A113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25725-5812-E2F6-C18D-E52175955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E9AE9-677E-4B4A-9962-65A645D8E3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4127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6F9BA3-661F-9AF6-2DFD-E2069123B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C25E5-E381-6ED4-0C6B-4BF04FBB4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2C2A4-8BEF-43B4-6FC1-0C1AD2EF1B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D5D968-1FC6-43E6-880E-AE12E6A46B63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846E4-CFCB-E88C-97C4-14B4652786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4B8B4-D61B-1676-EDBB-A199475D4F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E9AE9-677E-4B4A-9962-65A645D8E3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626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2BAD4-84BC-284E-D517-6748488BA6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1192784"/>
            <a:ext cx="11594592" cy="2574544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CSA1606- Data Warehousing and Data Mining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OLAP and Data Cubes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39DA09-4CA6-CFC3-AE33-44E273279D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0984" y="4261105"/>
            <a:ext cx="5193792" cy="1189576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Ajay I (192421147)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Haresh Kumar N L (192425009)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Sakthi Kailash T (192411068)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725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36CB3-57D7-F141-E0D7-A24803CBC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OLAP</a:t>
            </a: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FD5A9-6516-79C3-EDE5-1B207C36F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OLAP (Online Analytical Processing)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technology used to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large volumes of data from multiple perspectives quickly and efficiently.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organizes data into multidimensional structures (data cubes)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allowing users to view information by dimensions such as time, product, region, or customer.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OLAP supports fast and interactive querying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enabling users to perform complex analyses without affecting transaction processing systems.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8482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2885A-A3EF-07C9-4F04-3BD2F9BE2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of OLAP</a:t>
            </a: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E9F5F-BF8A-9532-1F30-45A97452F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Multidimensional Analysis: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across multiple dimensions such 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Time, Product, Region, and Customer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Query Performance: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Retrieves summarized and detailed information quickly, even from large datasets.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Data Exploration: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users to explore data using operations like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Slice, Dice, Roll-Up, and Drill-Down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Aggregation: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Automatically summarizes data at different levels (e.g., daily, monthly, yearly).</a:t>
            </a:r>
          </a:p>
        </p:txBody>
      </p:sp>
    </p:spTree>
    <p:extLst>
      <p:ext uri="{BB962C8B-B14F-4D97-AF65-F5344CB8AC3E}">
        <p14:creationId xmlns:p14="http://schemas.microsoft.com/office/powerpoint/2010/main" val="2080960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92AB-A9A5-C390-A437-D9BC5E2D9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 of OLAP</a:t>
            </a: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81B64-FA57-D421-FFE5-6CA629DE6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Retail Sales Analysis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supermarket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by product, region, and time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 laptop sales in the North, South, East, and West regions during the last quarter. 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Banking and Finance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transactions, loan performance, and branch-wise revenue.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 monthly loan approvals across different branches to identify high-performing locations.</a:t>
            </a:r>
          </a:p>
        </p:txBody>
      </p:sp>
    </p:spTree>
    <p:extLst>
      <p:ext uri="{BB962C8B-B14F-4D97-AF65-F5344CB8AC3E}">
        <p14:creationId xmlns:p14="http://schemas.microsoft.com/office/powerpoint/2010/main" val="2382016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8D1A1-1BDB-DAD9-C723-21DE33D0B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OLAP</a:t>
            </a: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CDF0B-BDA8-A115-47AD-120DD8112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Data Analysis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Multidimensional Data View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Decision-Making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Data Exploration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Report Generation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 and Pattern Analysis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Aggregation and Summarization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Intelligence (BI)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Query Performance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Productivity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1595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7A262-772B-7BC7-C438-86B26FEF0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B766A-10FC-5B9E-A140-7FECA7921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OLAP Architecture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8C8ABB3-30FB-121F-2678-9387132480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5602021"/>
              </p:ext>
            </p:extLst>
          </p:nvPr>
        </p:nvGraphicFramePr>
        <p:xfrm>
          <a:off x="454152" y="1423289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05970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0E422-378A-EBFD-27B0-BF02EC85E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74B6E-FA7E-BF71-CB53-FBA299C58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88" y="0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Cube</a:t>
            </a: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7B983-F210-45D3-747C-92FB7C61F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888" y="1224153"/>
            <a:ext cx="11214672" cy="47375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Cube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multidimensional data structure used by OLAP to organize information for faster analysis. The main components are: 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describe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data is categorized.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values being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Working with OLAP Cubes | ComponentOne">
            <a:extLst>
              <a:ext uri="{FF2B5EF4-FFF2-40B4-BE49-F238E27FC236}">
                <a16:creationId xmlns:a16="http://schemas.microsoft.com/office/drawing/2014/main" id="{C50A723E-2D9D-2516-3559-322BE2C3A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032" y="1845278"/>
            <a:ext cx="5256494" cy="4518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938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AAD86-C21D-EC23-CFB3-12240275D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b/w OLAP &amp; Data Cube</a:t>
            </a: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1A4A825-874F-243D-3B54-2218CA538F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1707564"/>
              </p:ext>
            </p:extLst>
          </p:nvPr>
        </p:nvGraphicFramePr>
        <p:xfrm>
          <a:off x="2542032" y="2071910"/>
          <a:ext cx="7107936" cy="3140172"/>
        </p:xfrm>
        <a:graphic>
          <a:graphicData uri="http://schemas.openxmlformats.org/drawingml/2006/table">
            <a:tbl>
              <a:tblPr firstRow="1">
                <a:tableStyleId>{284E427A-3D55-4303-BF80-6455036E1DE7}</a:tableStyleId>
              </a:tblPr>
              <a:tblGrid>
                <a:gridCol w="2993801">
                  <a:extLst>
                    <a:ext uri="{9D8B030D-6E8A-4147-A177-3AD203B41FA5}">
                      <a16:colId xmlns:a16="http://schemas.microsoft.com/office/drawing/2014/main" val="3402788650"/>
                    </a:ext>
                  </a:extLst>
                </a:gridCol>
                <a:gridCol w="4114135">
                  <a:extLst>
                    <a:ext uri="{9D8B030D-6E8A-4147-A177-3AD203B41FA5}">
                      <a16:colId xmlns:a16="http://schemas.microsoft.com/office/drawing/2014/main" val="544365521"/>
                    </a:ext>
                  </a:extLst>
                </a:gridCol>
              </a:tblGrid>
              <a:tr h="5233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Cube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2602549"/>
                  </a:ext>
                </a:extLst>
              </a:tr>
              <a:tr h="5233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Structure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3513398"/>
                  </a:ext>
                </a:extLst>
              </a:tr>
              <a:tr h="5233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Performs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Stores multidimensional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1250534"/>
                  </a:ext>
                </a:extLst>
              </a:tr>
              <a:tr h="5233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by analysts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Created by OLAP Server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7436822"/>
                  </a:ext>
                </a:extLst>
              </a:tr>
              <a:tr h="5233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Executes operations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data for operations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1176456"/>
                  </a:ext>
                </a:extLst>
              </a:tr>
              <a:tr h="5233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BI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Organizes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12030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787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1D228-3C50-8B64-6907-44A1DA62B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FE44E-DDBD-0492-E832-0A3206180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OLAP Operations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516FAB9-D1FC-9F74-43F9-BF7679043B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1736440"/>
              </p:ext>
            </p:extLst>
          </p:nvPr>
        </p:nvGraphicFramePr>
        <p:xfrm>
          <a:off x="490728" y="1051560"/>
          <a:ext cx="5529072" cy="5202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Data Cube or OLAP approach in Data Mining - GeeksforGeeks">
            <a:extLst>
              <a:ext uri="{FF2B5EF4-FFF2-40B4-BE49-F238E27FC236}">
                <a16:creationId xmlns:a16="http://schemas.microsoft.com/office/drawing/2014/main" id="{3203975B-DF61-7AA1-2650-50C3FD3E26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2352707"/>
            <a:ext cx="5529072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469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60722-0521-3EDE-57B4-9726AC0F8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F6A2A-8027-20BB-3CEC-8F828925D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Slice</a:t>
            </a: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8AC10-8FD2-6385-153E-A2457838A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value of a single dimension.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check the January data for sales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= January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Entire Cube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January Data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7811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42F40-D81D-B8FF-8AB6-BB92359C8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69E45-B27D-9CBA-C67F-EEA932BB1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Dice</a:t>
            </a: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235B6-FAA8-1D64-61ED-578379780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Selects multiple values across dimensions and returns only the selected subset.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= Laptop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 = South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= January–March 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4322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77862-DFDF-3653-DB47-467A6431C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592B3-2F93-3F76-EB64-C0CBEEA40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Roll-up</a:t>
            </a: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9789F-B455-DB9F-6338-F6DD5C4F4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Moves from detailed data to summarized data.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Quarterly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Yearly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Monthly Sales → Annual Sales</a:t>
            </a:r>
          </a:p>
        </p:txBody>
      </p:sp>
    </p:spTree>
    <p:extLst>
      <p:ext uri="{BB962C8B-B14F-4D97-AF65-F5344CB8AC3E}">
        <p14:creationId xmlns:p14="http://schemas.microsoft.com/office/powerpoint/2010/main" val="3369819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6D1ED-E656-A951-2A53-54D0DCA02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3F987-BB09-D421-37E8-BC3346D7D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Drill-down</a:t>
            </a: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00649-9873-05EA-7903-B2931DFE9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Moves from summarized data to detailed data.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Yearly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Quarterly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Annual Sales → Monthly Sales</a:t>
            </a:r>
          </a:p>
        </p:txBody>
      </p:sp>
    </p:spTree>
    <p:extLst>
      <p:ext uri="{BB962C8B-B14F-4D97-AF65-F5344CB8AC3E}">
        <p14:creationId xmlns:p14="http://schemas.microsoft.com/office/powerpoint/2010/main" val="4215971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DA16B-3D02-3563-2640-FD29142CD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44FF6-A33D-A93A-C6BA-01D7830BB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OLAP</a:t>
            </a: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227CB-A391-5C1C-B06E-275B44FBB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implementation cost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large storage for data cubes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Cube creation can be time-consuming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to maintain with frequent data updates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suitable for real-time transaction processing</a:t>
            </a:r>
          </a:p>
        </p:txBody>
      </p:sp>
    </p:spTree>
    <p:extLst>
      <p:ext uri="{BB962C8B-B14F-4D97-AF65-F5344CB8AC3E}">
        <p14:creationId xmlns:p14="http://schemas.microsoft.com/office/powerpoint/2010/main" val="1121537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70BF1-0C65-70FB-9046-B4B6E0D6B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6667A-224B-8ED0-B01C-071BBEA35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61934-3277-3BFE-4C4F-FA02E93FE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OLAP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powerful analytical technology used in Business Intelligence.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Cubes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organize data into multidimensional structures for efficient analysis.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OLAP operations (Slice, Dice, Roll-up, Drill-down)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performed on Data Cubes to explore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information.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Together, OLAP and Data Cubes enable organizations to transform raw data into meaningful insights, improving decision-making and strategic planning.</a:t>
            </a:r>
          </a:p>
        </p:txBody>
      </p:sp>
    </p:spTree>
    <p:extLst>
      <p:ext uri="{BB962C8B-B14F-4D97-AF65-F5344CB8AC3E}">
        <p14:creationId xmlns:p14="http://schemas.microsoft.com/office/powerpoint/2010/main" val="4226111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606</Words>
  <Application>Microsoft Office PowerPoint</Application>
  <PresentationFormat>Widescreen</PresentationFormat>
  <Paragraphs>126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  CSA1606- Data Warehousing and Data Mining  OLAP and Data Cubes</vt:lpstr>
      <vt:lpstr>Introduction to OLAP</vt:lpstr>
      <vt:lpstr>Key features of OLAP</vt:lpstr>
      <vt:lpstr>Examples of OLAP</vt:lpstr>
      <vt:lpstr>Advantages of OLAP</vt:lpstr>
      <vt:lpstr>OLAP Architecture</vt:lpstr>
      <vt:lpstr>Data Cube</vt:lpstr>
      <vt:lpstr>Relationship b/w OLAP &amp; Data Cube</vt:lpstr>
      <vt:lpstr>OLAP Operations</vt:lpstr>
      <vt:lpstr>Slice</vt:lpstr>
      <vt:lpstr>Dice</vt:lpstr>
      <vt:lpstr>Roll-up</vt:lpstr>
      <vt:lpstr>Drill-down</vt:lpstr>
      <vt:lpstr>Limitations of OLAP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Haresh kumar</dc:creator>
  <cp:lastModifiedBy>Haresh kumar</cp:lastModifiedBy>
  <cp:revision>1</cp:revision>
  <dcterms:created xsi:type="dcterms:W3CDTF">2026-07-28T03:38:40Z</dcterms:created>
  <dcterms:modified xsi:type="dcterms:W3CDTF">2026-07-28T04:32:06Z</dcterms:modified>
</cp:coreProperties>
</file>